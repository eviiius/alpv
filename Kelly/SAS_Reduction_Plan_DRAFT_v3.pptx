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863B0C9-10DB-607B-409F-08E5BEE4083E}">
          <p14:sldIdLst>
            <p14:sldId id="256"/>
            <p14:sldId id="257"/>
            <p14:sldId id="258"/>
            <p14:sldId id="280"/>
            <p14:sldId id="259"/>
            <p14:sldId id="260"/>
          </p14:sldIdLst>
        </p14:section>
        <p14:section name="Governance &amp; Enablement" id="{0BB47F10-AC53-73D2-F98F-B79647CD08F0}">
          <p14:sldIdLst>
            <p14:sldId id="261"/>
            <p14:sldId id="262"/>
            <p14:sldId id="263"/>
            <p14:sldId id="264"/>
          </p14:sldIdLst>
        </p14:section>
        <p14:section name="Data Plane Rationalization" id="{F9507F76-3FDC-054C-EF4E-1B92A58C3F02}">
          <p14:sldIdLst>
            <p14:sldId id="265"/>
            <p14:sldId id="266"/>
            <p14:sldId id="279"/>
            <p14:sldId id="267"/>
          </p14:sldIdLst>
        </p14:section>
        <p14:section name="Demand Intake &amp; Sourcing" id="{CFF7B73F-83D3-D1C7-0040-BCE68CF181EF}">
          <p14:sldIdLst>
            <p14:sldId id="268"/>
            <p14:sldId id="269"/>
            <p14:sldId id="270"/>
            <p14:sldId id="271"/>
            <p14:sldId id="272"/>
            <p14:sldId id="273"/>
          </p14:sldIdLst>
        </p14:section>
        <p14:section name="Wrap-up" id="{750458AC-ABE1-14A6-56CE-88576B264D61}">
          <p14:sldIdLst>
            <p14:sldId id="274"/>
            <p14:sldId id="275"/>
            <p14:sldId id="276"/>
          </p14:sldIdLst>
        </p14:section>
        <p14:section name="Appendix" id="{C1A38215-0F03-B617-A718-BEB2CB0A5BDC}">
          <p14:sldIdLst>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BE6FA5-28D6-4FD6-BF80-A9CBA437CE3B}" v="12" dt="2026-10-16T01:34:47.4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4" d="100"/>
          <a:sy n="64" d="100"/>
        </p:scale>
        <p:origin x="741"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6/11/relationships/changesInfo" Target="changesInfos/changesInfo1.xml"/><Relationship Id="rId31"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ctor Sanchez" userId="26f73c70b2efd3e2" providerId="LiveId" clId="{66FAA10A-858A-4901-9BC4-4A708FC6DA4A}"/>
    <pc:docChg chg="undo custSel addSld delSld modSld addMainMaster delMainMaster modMainMaster delSection modSection modNotesMaster">
      <pc:chgData name="Victor Sanchez" userId="26f73c70b2efd3e2" providerId="LiveId" clId="{66FAA10A-858A-4901-9BC4-4A708FC6DA4A}" dt="2026-10-16T02:50:03.113" v="1554" actId="20577"/>
      <pc:docMkLst>
        <pc:docMk/>
      </pc:docMkLst>
      <pc:sldChg chg="modSp mod modClrScheme chgLayout">
        <pc:chgData name="Victor Sanchez" userId="26f73c70b2efd3e2" providerId="LiveId" clId="{66FAA10A-858A-4901-9BC4-4A708FC6DA4A}" dt="2026-10-16T00:52:33.228" v="1086"/>
        <pc:sldMkLst>
          <pc:docMk/>
          <pc:sldMk cId="0" sldId="257"/>
        </pc:sldMkLst>
        <pc:spChg chg="mod">
          <ac:chgData name="Victor Sanchez" userId="26f73c70b2efd3e2" providerId="LiveId" clId="{66FAA10A-858A-4901-9BC4-4A708FC6DA4A}" dt="2026-10-15T23:27:47.068" v="87" actId="26606"/>
          <ac:spMkLst>
            <pc:docMk/>
            <pc:sldMk cId="0" sldId="257"/>
            <ac:spMk id="2" creationId="{00000000-0000-0000-0000-000000000000}"/>
          </ac:spMkLst>
        </pc:spChg>
        <pc:spChg chg="add mod">
          <ac:chgData name="Victor Sanchez" userId="26f73c70b2efd3e2" providerId="LiveId" clId="{66FAA10A-858A-4901-9BC4-4A708FC6DA4A}" dt="2026-10-15T23:27:47.068" v="87" actId="26606"/>
          <ac:spMkLst>
            <pc:docMk/>
            <pc:sldMk cId="0" sldId="257"/>
            <ac:spMk id="4" creationId="{00000000-0000-0000-0000-000000000000}"/>
          </ac:spMkLst>
        </pc:spChg>
        <pc:spChg chg="mod">
          <ac:chgData name="Victor Sanchez" userId="26f73c70b2efd3e2" providerId="LiveId" clId="{66FAA10A-858A-4901-9BC4-4A708FC6DA4A}" dt="2026-10-16T00:43:20.879" v="1020"/>
          <ac:spMkLst>
            <pc:docMk/>
            <pc:sldMk cId="0" sldId="257"/>
            <ac:spMk id="7" creationId="{00000000-0000-0000-0000-000000000000}"/>
          </ac:spMkLst>
        </pc:spChg>
        <pc:spChg chg="mod">
          <ac:chgData name="Victor Sanchez" userId="26f73c70b2efd3e2" providerId="LiveId" clId="{66FAA10A-858A-4901-9BC4-4A708FC6DA4A}" dt="2026-10-16T00:47:58.225" v="1080" actId="113"/>
          <ac:spMkLst>
            <pc:docMk/>
            <pc:sldMk cId="0" sldId="257"/>
            <ac:spMk id="10" creationId="{00000000-0000-0000-0000-000000000000}"/>
          </ac:spMkLst>
        </pc:spChg>
        <pc:spChg chg="mod">
          <ac:chgData name="Victor Sanchez" userId="26f73c70b2efd3e2" providerId="LiveId" clId="{66FAA10A-858A-4901-9BC4-4A708FC6DA4A}" dt="2026-10-16T00:49:17.461" v="1081"/>
          <ac:spMkLst>
            <pc:docMk/>
            <pc:sldMk cId="0" sldId="257"/>
            <ac:spMk id="13" creationId="{00000000-0000-0000-0000-000000000000}"/>
          </ac:spMkLst>
        </pc:spChg>
        <pc:spChg chg="mod">
          <ac:chgData name="Victor Sanchez" userId="26f73c70b2efd3e2" providerId="LiveId" clId="{66FAA10A-858A-4901-9BC4-4A708FC6DA4A}" dt="2026-10-16T00:50:37.942" v="1082"/>
          <ac:spMkLst>
            <pc:docMk/>
            <pc:sldMk cId="0" sldId="257"/>
            <ac:spMk id="19" creationId="{00000000-0000-0000-0000-000000000000}"/>
          </ac:spMkLst>
        </pc:spChg>
        <pc:spChg chg="mod">
          <ac:chgData name="Victor Sanchez" userId="26f73c70b2efd3e2" providerId="LiveId" clId="{66FAA10A-858A-4901-9BC4-4A708FC6DA4A}" dt="2026-10-16T00:52:03.661" v="1085" actId="20577"/>
          <ac:spMkLst>
            <pc:docMk/>
            <pc:sldMk cId="0" sldId="257"/>
            <ac:spMk id="24" creationId="{00000000-0000-0000-0000-000000000000}"/>
          </ac:spMkLst>
        </pc:spChg>
        <pc:spChg chg="mod">
          <ac:chgData name="Victor Sanchez" userId="26f73c70b2efd3e2" providerId="LiveId" clId="{66FAA10A-858A-4901-9BC4-4A708FC6DA4A}" dt="2026-10-16T00:52:33.228" v="1086"/>
          <ac:spMkLst>
            <pc:docMk/>
            <pc:sldMk cId="0" sldId="257"/>
            <ac:spMk id="26" creationId="{00000000-0000-0000-0000-000000000000}"/>
          </ac:spMkLst>
        </pc:spChg>
      </pc:sldChg>
      <pc:sldChg chg="modSp mod modClrScheme chgLayout">
        <pc:chgData name="Victor Sanchez" userId="26f73c70b2efd3e2" providerId="LiveId" clId="{66FAA10A-858A-4901-9BC4-4A708FC6DA4A}" dt="2026-10-16T00:18:27.395" v="1019" actId="20577"/>
        <pc:sldMkLst>
          <pc:docMk/>
          <pc:sldMk cId="0" sldId="258"/>
        </pc:sldMkLst>
        <pc:spChg chg="mod">
          <ac:chgData name="Victor Sanchez" userId="26f73c70b2efd3e2" providerId="LiveId" clId="{66FAA10A-858A-4901-9BC4-4A708FC6DA4A}" dt="2026-10-15T23:27:47.068" v="87" actId="26606"/>
          <ac:spMkLst>
            <pc:docMk/>
            <pc:sldMk cId="0" sldId="258"/>
            <ac:spMk id="2" creationId="{00000000-0000-0000-0000-000000000000}"/>
          </ac:spMkLst>
        </pc:spChg>
        <pc:spChg chg="mod">
          <ac:chgData name="Victor Sanchez" userId="26f73c70b2efd3e2" providerId="LiveId" clId="{66FAA10A-858A-4901-9BC4-4A708FC6DA4A}" dt="2026-10-15T23:44:06.289" v="506" actId="14100"/>
          <ac:spMkLst>
            <pc:docMk/>
            <pc:sldMk cId="0" sldId="258"/>
            <ac:spMk id="6" creationId="{00000000-0000-0000-0000-000000000000}"/>
          </ac:spMkLst>
        </pc:spChg>
        <pc:spChg chg="mod">
          <ac:chgData name="Victor Sanchez" userId="26f73c70b2efd3e2" providerId="LiveId" clId="{66FAA10A-858A-4901-9BC4-4A708FC6DA4A}" dt="2026-10-15T23:43:36.288" v="505" actId="1035"/>
          <ac:spMkLst>
            <pc:docMk/>
            <pc:sldMk cId="0" sldId="258"/>
            <ac:spMk id="7" creationId="{00000000-0000-0000-0000-000000000000}"/>
          </ac:spMkLst>
        </pc:spChg>
        <pc:spChg chg="mod">
          <ac:chgData name="Victor Sanchez" userId="26f73c70b2efd3e2" providerId="LiveId" clId="{66FAA10A-858A-4901-9BC4-4A708FC6DA4A}" dt="2026-10-15T23:43:36.288" v="505" actId="1035"/>
          <ac:spMkLst>
            <pc:docMk/>
            <pc:sldMk cId="0" sldId="258"/>
            <ac:spMk id="8" creationId="{00000000-0000-0000-0000-000000000000}"/>
          </ac:spMkLst>
        </pc:spChg>
        <pc:spChg chg="mod">
          <ac:chgData name="Victor Sanchez" userId="26f73c70b2efd3e2" providerId="LiveId" clId="{66FAA10A-858A-4901-9BC4-4A708FC6DA4A}" dt="2026-10-16T00:18:27.395" v="1019" actId="20577"/>
          <ac:spMkLst>
            <pc:docMk/>
            <pc:sldMk cId="0" sldId="258"/>
            <ac:spMk id="9" creationId="{00000000-0000-0000-0000-000000000000}"/>
          </ac:spMkLst>
        </pc:spChg>
        <pc:spChg chg="mod">
          <ac:chgData name="Victor Sanchez" userId="26f73c70b2efd3e2" providerId="LiveId" clId="{66FAA10A-858A-4901-9BC4-4A708FC6DA4A}" dt="2026-10-15T23:44:06.289" v="506" actId="14100"/>
          <ac:spMkLst>
            <pc:docMk/>
            <pc:sldMk cId="0" sldId="258"/>
            <ac:spMk id="10" creationId="{00000000-0000-0000-0000-000000000000}"/>
          </ac:spMkLst>
        </pc:spChg>
        <pc:spChg chg="mod">
          <ac:chgData name="Victor Sanchez" userId="26f73c70b2efd3e2" providerId="LiveId" clId="{66FAA10A-858A-4901-9BC4-4A708FC6DA4A}" dt="2026-10-15T23:43:36.288" v="505" actId="1035"/>
          <ac:spMkLst>
            <pc:docMk/>
            <pc:sldMk cId="0" sldId="258"/>
            <ac:spMk id="12" creationId="{00000000-0000-0000-0000-000000000000}"/>
          </ac:spMkLst>
        </pc:spChg>
        <pc:spChg chg="mod">
          <ac:chgData name="Victor Sanchez" userId="26f73c70b2efd3e2" providerId="LiveId" clId="{66FAA10A-858A-4901-9BC4-4A708FC6DA4A}" dt="2026-10-15T23:47:26.119" v="613" actId="255"/>
          <ac:spMkLst>
            <pc:docMk/>
            <pc:sldMk cId="0" sldId="258"/>
            <ac:spMk id="13" creationId="{00000000-0000-0000-0000-000000000000}"/>
          </ac:spMkLst>
        </pc:spChg>
        <pc:spChg chg="mod">
          <ac:chgData name="Victor Sanchez" userId="26f73c70b2efd3e2" providerId="LiveId" clId="{66FAA10A-858A-4901-9BC4-4A708FC6DA4A}" dt="2026-10-15T23:44:06.289" v="506" actId="14100"/>
          <ac:spMkLst>
            <pc:docMk/>
            <pc:sldMk cId="0" sldId="258"/>
            <ac:spMk id="14" creationId="{00000000-0000-0000-0000-000000000000}"/>
          </ac:spMkLst>
        </pc:spChg>
        <pc:spChg chg="mod">
          <ac:chgData name="Victor Sanchez" userId="26f73c70b2efd3e2" providerId="LiveId" clId="{66FAA10A-858A-4901-9BC4-4A708FC6DA4A}" dt="2026-10-15T23:43:36.288" v="505" actId="1035"/>
          <ac:spMkLst>
            <pc:docMk/>
            <pc:sldMk cId="0" sldId="258"/>
            <ac:spMk id="15" creationId="{00000000-0000-0000-0000-000000000000}"/>
          </ac:spMkLst>
        </pc:spChg>
        <pc:spChg chg="mod">
          <ac:chgData name="Victor Sanchez" userId="26f73c70b2efd3e2" providerId="LiveId" clId="{66FAA10A-858A-4901-9BC4-4A708FC6DA4A}" dt="2026-10-15T23:43:36.288" v="505" actId="1035"/>
          <ac:spMkLst>
            <pc:docMk/>
            <pc:sldMk cId="0" sldId="258"/>
            <ac:spMk id="16" creationId="{00000000-0000-0000-0000-000000000000}"/>
          </ac:spMkLst>
        </pc:spChg>
        <pc:spChg chg="mod">
          <ac:chgData name="Victor Sanchez" userId="26f73c70b2efd3e2" providerId="LiveId" clId="{66FAA10A-858A-4901-9BC4-4A708FC6DA4A}" dt="2026-10-15T23:52:37.319" v="939" actId="20577"/>
          <ac:spMkLst>
            <pc:docMk/>
            <pc:sldMk cId="0" sldId="258"/>
            <ac:spMk id="17" creationId="{00000000-0000-0000-0000-000000000000}"/>
          </ac:spMkLst>
        </pc:spChg>
        <pc:spChg chg="mod">
          <ac:chgData name="Victor Sanchez" userId="26f73c70b2efd3e2" providerId="LiveId" clId="{66FAA10A-858A-4901-9BC4-4A708FC6DA4A}" dt="2026-10-15T23:58:09.497" v="951" actId="20577"/>
          <ac:spMkLst>
            <pc:docMk/>
            <pc:sldMk cId="0" sldId="258"/>
            <ac:spMk id="22" creationId="{00000000-0000-0000-0000-000000000000}"/>
          </ac:spMkLst>
        </pc:spChg>
        <pc:spChg chg="add mod">
          <ac:chgData name="Victor Sanchez" userId="26f73c70b2efd3e2" providerId="LiveId" clId="{66FAA10A-858A-4901-9BC4-4A708FC6DA4A}" dt="2026-10-15T23:27:47.068" v="87" actId="26606"/>
          <ac:spMkLst>
            <pc:docMk/>
            <pc:sldMk cId="0" sldId="258"/>
            <ac:spMk id="25" creationId="{00000000-0000-0000-0000-000000000000}"/>
          </ac:spMkLst>
        </pc:spChg>
      </pc:sldChg>
      <pc:sldChg chg="modSp mod modClrScheme chgLayout">
        <pc:chgData name="Victor Sanchez" userId="26f73c70b2efd3e2" providerId="LiveId" clId="{66FAA10A-858A-4901-9BC4-4A708FC6DA4A}" dt="2026-10-16T00:54:32.462" v="1087" actId="33524"/>
        <pc:sldMkLst>
          <pc:docMk/>
          <pc:sldMk cId="0" sldId="259"/>
        </pc:sldMkLst>
        <pc:spChg chg="mod">
          <ac:chgData name="Victor Sanchez" userId="26f73c70b2efd3e2" providerId="LiveId" clId="{66FAA10A-858A-4901-9BC4-4A708FC6DA4A}" dt="2026-10-15T23:27:47.068" v="87" actId="26606"/>
          <ac:spMkLst>
            <pc:docMk/>
            <pc:sldMk cId="0" sldId="259"/>
            <ac:spMk id="2" creationId="{00000000-0000-0000-0000-000000000000}"/>
          </ac:spMkLst>
        </pc:spChg>
        <pc:spChg chg="add mod">
          <ac:chgData name="Victor Sanchez" userId="26f73c70b2efd3e2" providerId="LiveId" clId="{66FAA10A-858A-4901-9BC4-4A708FC6DA4A}" dt="2026-10-15T23:27:47.068" v="87" actId="26606"/>
          <ac:spMkLst>
            <pc:docMk/>
            <pc:sldMk cId="0" sldId="259"/>
            <ac:spMk id="4" creationId="{00000000-0000-0000-0000-000000000000}"/>
          </ac:spMkLst>
        </pc:spChg>
        <pc:spChg chg="mod">
          <ac:chgData name="Victor Sanchez" userId="26f73c70b2efd3e2" providerId="LiveId" clId="{66FAA10A-858A-4901-9BC4-4A708FC6DA4A}" dt="2026-10-16T00:54:32.462" v="1087" actId="33524"/>
          <ac:spMkLst>
            <pc:docMk/>
            <pc:sldMk cId="0" sldId="259"/>
            <ac:spMk id="13" creationId="{00000000-0000-0000-0000-000000000000}"/>
          </ac:spMkLst>
        </pc:spChg>
      </pc:sldChg>
      <pc:sldChg chg="modSp mod modClrScheme chgLayout">
        <pc:chgData name="Victor Sanchez" userId="26f73c70b2efd3e2" providerId="LiveId" clId="{66FAA10A-858A-4901-9BC4-4A708FC6DA4A}" dt="2026-10-16T01:05:20.520" v="1136" actId="207"/>
        <pc:sldMkLst>
          <pc:docMk/>
          <pc:sldMk cId="0" sldId="260"/>
        </pc:sldMkLst>
        <pc:spChg chg="mod">
          <ac:chgData name="Victor Sanchez" userId="26f73c70b2efd3e2" providerId="LiveId" clId="{66FAA10A-858A-4901-9BC4-4A708FC6DA4A}" dt="2026-10-15T23:27:47.068" v="87" actId="26606"/>
          <ac:spMkLst>
            <pc:docMk/>
            <pc:sldMk cId="0" sldId="260"/>
            <ac:spMk id="2" creationId="{00000000-0000-0000-0000-000000000000}"/>
          </ac:spMkLst>
        </pc:spChg>
        <pc:spChg chg="add mod">
          <ac:chgData name="Victor Sanchez" userId="26f73c70b2efd3e2" providerId="LiveId" clId="{66FAA10A-858A-4901-9BC4-4A708FC6DA4A}" dt="2026-10-15T23:27:47.068" v="87" actId="26606"/>
          <ac:spMkLst>
            <pc:docMk/>
            <pc:sldMk cId="0" sldId="260"/>
            <ac:spMk id="25" creationId="{00000000-0000-0000-0000-000000000000}"/>
          </ac:spMkLst>
        </pc:spChg>
        <pc:graphicFrameChg chg="mod modGraphic">
          <ac:chgData name="Victor Sanchez" userId="26f73c70b2efd3e2" providerId="LiveId" clId="{66FAA10A-858A-4901-9BC4-4A708FC6DA4A}" dt="2026-10-16T01:05:20.520" v="1136" actId="207"/>
          <ac:graphicFrameMkLst>
            <pc:docMk/>
            <pc:sldMk cId="0" sldId="260"/>
            <ac:graphicFrameMk id="6" creationId="{00000000-0000-0000-0000-000000000000}"/>
          </ac:graphicFrameMkLst>
        </pc:graphicFrameChg>
      </pc:sldChg>
      <pc:sldChg chg="modSp mod modClrScheme chgLayout">
        <pc:chgData name="Victor Sanchez" userId="26f73c70b2efd3e2" providerId="LiveId" clId="{66FAA10A-858A-4901-9BC4-4A708FC6DA4A}" dt="2026-10-16T01:28:44.243" v="1153" actId="255"/>
        <pc:sldMkLst>
          <pc:docMk/>
          <pc:sldMk cId="0" sldId="261"/>
        </pc:sldMkLst>
        <pc:spChg chg="mod">
          <ac:chgData name="Victor Sanchez" userId="26f73c70b2efd3e2" providerId="LiveId" clId="{66FAA10A-858A-4901-9BC4-4A708FC6DA4A}" dt="2026-10-15T23:27:47.068" v="87" actId="26606"/>
          <ac:spMkLst>
            <pc:docMk/>
            <pc:sldMk cId="0" sldId="261"/>
            <ac:spMk id="2" creationId="{00000000-0000-0000-0000-000000000000}"/>
          </ac:spMkLst>
        </pc:spChg>
        <pc:spChg chg="add mod">
          <ac:chgData name="Victor Sanchez" userId="26f73c70b2efd3e2" providerId="LiveId" clId="{66FAA10A-858A-4901-9BC4-4A708FC6DA4A}" dt="2026-10-15T23:27:47.068" v="87" actId="26606"/>
          <ac:spMkLst>
            <pc:docMk/>
            <pc:sldMk cId="0" sldId="261"/>
            <ac:spMk id="4" creationId="{00000000-0000-0000-0000-000000000000}"/>
          </ac:spMkLst>
        </pc:spChg>
        <pc:spChg chg="mod">
          <ac:chgData name="Victor Sanchez" userId="26f73c70b2efd3e2" providerId="LiveId" clId="{66FAA10A-858A-4901-9BC4-4A708FC6DA4A}" dt="2026-10-16T01:17:10.038" v="1140" actId="20577"/>
          <ac:spMkLst>
            <pc:docMk/>
            <pc:sldMk cId="0" sldId="261"/>
            <ac:spMk id="8" creationId="{00000000-0000-0000-0000-000000000000}"/>
          </ac:spMkLst>
        </pc:spChg>
        <pc:spChg chg="mod">
          <ac:chgData name="Victor Sanchez" userId="26f73c70b2efd3e2" providerId="LiveId" clId="{66FAA10A-858A-4901-9BC4-4A708FC6DA4A}" dt="2026-10-16T01:25:43.511" v="1141"/>
          <ac:spMkLst>
            <pc:docMk/>
            <pc:sldMk cId="0" sldId="261"/>
            <ac:spMk id="28" creationId="{00000000-0000-0000-0000-000000000000}"/>
          </ac:spMkLst>
        </pc:spChg>
        <pc:spChg chg="mod">
          <ac:chgData name="Victor Sanchez" userId="26f73c70b2efd3e2" providerId="LiveId" clId="{66FAA10A-858A-4901-9BC4-4A708FC6DA4A}" dt="2026-10-16T01:26:07.911" v="1142"/>
          <ac:spMkLst>
            <pc:docMk/>
            <pc:sldMk cId="0" sldId="261"/>
            <ac:spMk id="33" creationId="{00000000-0000-0000-0000-000000000000}"/>
          </ac:spMkLst>
        </pc:spChg>
        <pc:spChg chg="mod">
          <ac:chgData name="Victor Sanchez" userId="26f73c70b2efd3e2" providerId="LiveId" clId="{66FAA10A-858A-4901-9BC4-4A708FC6DA4A}" dt="2026-10-16T01:28:44.243" v="1153" actId="255"/>
          <ac:spMkLst>
            <pc:docMk/>
            <pc:sldMk cId="0" sldId="261"/>
            <ac:spMk id="35" creationId="{00000000-0000-0000-0000-000000000000}"/>
          </ac:spMkLst>
        </pc:spChg>
        <pc:spChg chg="mod">
          <ac:chgData name="Victor Sanchez" userId="26f73c70b2efd3e2" providerId="LiveId" clId="{66FAA10A-858A-4901-9BC4-4A708FC6DA4A}" dt="2026-10-16T01:28:30.824" v="1150" actId="255"/>
          <ac:spMkLst>
            <pc:docMk/>
            <pc:sldMk cId="0" sldId="261"/>
            <ac:spMk id="37" creationId="{00000000-0000-0000-0000-000000000000}"/>
          </ac:spMkLst>
        </pc:spChg>
        <pc:spChg chg="mod">
          <ac:chgData name="Victor Sanchez" userId="26f73c70b2efd3e2" providerId="LiveId" clId="{66FAA10A-858A-4901-9BC4-4A708FC6DA4A}" dt="2026-10-16T01:28:24.282" v="1149" actId="255"/>
          <ac:spMkLst>
            <pc:docMk/>
            <pc:sldMk cId="0" sldId="261"/>
            <ac:spMk id="39"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62"/>
        </pc:sldMkLst>
        <pc:spChg chg="mod">
          <ac:chgData name="Victor Sanchez" userId="26f73c70b2efd3e2" providerId="LiveId" clId="{66FAA10A-858A-4901-9BC4-4A708FC6DA4A}" dt="2026-10-15T23:27:47.068" v="87" actId="26606"/>
          <ac:spMkLst>
            <pc:docMk/>
            <pc:sldMk cId="0" sldId="262"/>
            <ac:spMk id="2" creationId="{00000000-0000-0000-0000-000000000000}"/>
          </ac:spMkLst>
        </pc:spChg>
        <pc:spChg chg="add mod">
          <ac:chgData name="Victor Sanchez" userId="26f73c70b2efd3e2" providerId="LiveId" clId="{66FAA10A-858A-4901-9BC4-4A708FC6DA4A}" dt="2026-10-15T23:27:47.068" v="87" actId="26606"/>
          <ac:spMkLst>
            <pc:docMk/>
            <pc:sldMk cId="0" sldId="262"/>
            <ac:spMk id="25" creationId="{00000000-0000-0000-0000-000000000000}"/>
          </ac:spMkLst>
        </pc:spChg>
      </pc:sldChg>
      <pc:sldChg chg="modSp mod modClrScheme chgLayout">
        <pc:chgData name="Victor Sanchez" userId="26f73c70b2efd3e2" providerId="LiveId" clId="{66FAA10A-858A-4901-9BC4-4A708FC6DA4A}" dt="2026-10-16T02:37:27.706" v="1511" actId="113"/>
        <pc:sldMkLst>
          <pc:docMk/>
          <pc:sldMk cId="0" sldId="263"/>
        </pc:sldMkLst>
        <pc:spChg chg="mod">
          <ac:chgData name="Victor Sanchez" userId="26f73c70b2efd3e2" providerId="LiveId" clId="{66FAA10A-858A-4901-9BC4-4A708FC6DA4A}" dt="2026-10-15T23:27:47.068" v="87" actId="26606"/>
          <ac:spMkLst>
            <pc:docMk/>
            <pc:sldMk cId="0" sldId="263"/>
            <ac:spMk id="2" creationId="{00000000-0000-0000-0000-000000000000}"/>
          </ac:spMkLst>
        </pc:spChg>
        <pc:spChg chg="add mod">
          <ac:chgData name="Victor Sanchez" userId="26f73c70b2efd3e2" providerId="LiveId" clId="{66FAA10A-858A-4901-9BC4-4A708FC6DA4A}" dt="2026-10-15T23:27:47.068" v="87" actId="26606"/>
          <ac:spMkLst>
            <pc:docMk/>
            <pc:sldMk cId="0" sldId="263"/>
            <ac:spMk id="4" creationId="{00000000-0000-0000-0000-000000000000}"/>
          </ac:spMkLst>
        </pc:spChg>
        <pc:spChg chg="mod">
          <ac:chgData name="Victor Sanchez" userId="26f73c70b2efd3e2" providerId="LiveId" clId="{66FAA10A-858A-4901-9BC4-4A708FC6DA4A}" dt="2026-10-16T02:34:59.248" v="1502" actId="255"/>
          <ac:spMkLst>
            <pc:docMk/>
            <pc:sldMk cId="0" sldId="263"/>
            <ac:spMk id="8" creationId="{00000000-0000-0000-0000-000000000000}"/>
          </ac:spMkLst>
        </pc:spChg>
        <pc:spChg chg="mod">
          <ac:chgData name="Victor Sanchez" userId="26f73c70b2efd3e2" providerId="LiveId" clId="{66FAA10A-858A-4901-9BC4-4A708FC6DA4A}" dt="2026-10-16T02:35:10.431" v="1505" actId="20577"/>
          <ac:spMkLst>
            <pc:docMk/>
            <pc:sldMk cId="0" sldId="263"/>
            <ac:spMk id="12" creationId="{00000000-0000-0000-0000-000000000000}"/>
          </ac:spMkLst>
        </pc:spChg>
        <pc:spChg chg="mod">
          <ac:chgData name="Victor Sanchez" userId="26f73c70b2efd3e2" providerId="LiveId" clId="{66FAA10A-858A-4901-9BC4-4A708FC6DA4A}" dt="2026-10-16T02:35:31.371" v="1506"/>
          <ac:spMkLst>
            <pc:docMk/>
            <pc:sldMk cId="0" sldId="263"/>
            <ac:spMk id="16" creationId="{00000000-0000-0000-0000-000000000000}"/>
          </ac:spMkLst>
        </pc:spChg>
        <pc:spChg chg="mod">
          <ac:chgData name="Victor Sanchez" userId="26f73c70b2efd3e2" providerId="LiveId" clId="{66FAA10A-858A-4901-9BC4-4A708FC6DA4A}" dt="2026-10-16T02:32:52.526" v="1494"/>
          <ac:spMkLst>
            <pc:docMk/>
            <pc:sldMk cId="0" sldId="263"/>
            <ac:spMk id="18" creationId="{00000000-0000-0000-0000-000000000000}"/>
          </ac:spMkLst>
        </pc:spChg>
        <pc:spChg chg="mod">
          <ac:chgData name="Victor Sanchez" userId="26f73c70b2efd3e2" providerId="LiveId" clId="{66FAA10A-858A-4901-9BC4-4A708FC6DA4A}" dt="2026-10-16T02:35:59.112" v="1507"/>
          <ac:spMkLst>
            <pc:docMk/>
            <pc:sldMk cId="0" sldId="263"/>
            <ac:spMk id="22" creationId="{00000000-0000-0000-0000-000000000000}"/>
          </ac:spMkLst>
        </pc:spChg>
        <pc:spChg chg="mod">
          <ac:chgData name="Victor Sanchez" userId="26f73c70b2efd3e2" providerId="LiveId" clId="{66FAA10A-858A-4901-9BC4-4A708FC6DA4A}" dt="2026-10-16T02:36:08.258" v="1508"/>
          <ac:spMkLst>
            <pc:docMk/>
            <pc:sldMk cId="0" sldId="263"/>
            <ac:spMk id="23" creationId="{00000000-0000-0000-0000-000000000000}"/>
          </ac:spMkLst>
        </pc:spChg>
        <pc:spChg chg="mod">
          <ac:chgData name="Victor Sanchez" userId="26f73c70b2efd3e2" providerId="LiveId" clId="{66FAA10A-858A-4901-9BC4-4A708FC6DA4A}" dt="2026-10-16T02:36:19.148" v="1509"/>
          <ac:spMkLst>
            <pc:docMk/>
            <pc:sldMk cId="0" sldId="263"/>
            <ac:spMk id="24" creationId="{00000000-0000-0000-0000-000000000000}"/>
          </ac:spMkLst>
        </pc:spChg>
        <pc:spChg chg="mod">
          <ac:chgData name="Victor Sanchez" userId="26f73c70b2efd3e2" providerId="LiveId" clId="{66FAA10A-858A-4901-9BC4-4A708FC6DA4A}" dt="2026-10-16T02:37:27.706" v="1511" actId="113"/>
          <ac:spMkLst>
            <pc:docMk/>
            <pc:sldMk cId="0" sldId="263"/>
            <ac:spMk id="26" creationId="{00000000-0000-0000-0000-000000000000}"/>
          </ac:spMkLst>
        </pc:spChg>
      </pc:sldChg>
      <pc:sldChg chg="modSp mod modClrScheme chgLayout">
        <pc:chgData name="Victor Sanchez" userId="26f73c70b2efd3e2" providerId="LiveId" clId="{66FAA10A-858A-4901-9BC4-4A708FC6DA4A}" dt="2026-10-16T02:43:43.294" v="1534"/>
        <pc:sldMkLst>
          <pc:docMk/>
          <pc:sldMk cId="0" sldId="264"/>
        </pc:sldMkLst>
        <pc:spChg chg="mod">
          <ac:chgData name="Victor Sanchez" userId="26f73c70b2efd3e2" providerId="LiveId" clId="{66FAA10A-858A-4901-9BC4-4A708FC6DA4A}" dt="2026-10-15T23:27:47.068" v="87" actId="26606"/>
          <ac:spMkLst>
            <pc:docMk/>
            <pc:sldMk cId="0" sldId="264"/>
            <ac:spMk id="2" creationId="{00000000-0000-0000-0000-000000000000}"/>
          </ac:spMkLst>
        </pc:spChg>
        <pc:spChg chg="mod">
          <ac:chgData name="Victor Sanchez" userId="26f73c70b2efd3e2" providerId="LiveId" clId="{66FAA10A-858A-4901-9BC4-4A708FC6DA4A}" dt="2026-10-16T02:41:27.693" v="1523" actId="255"/>
          <ac:spMkLst>
            <pc:docMk/>
            <pc:sldMk cId="0" sldId="264"/>
            <ac:spMk id="10" creationId="{00000000-0000-0000-0000-000000000000}"/>
          </ac:spMkLst>
        </pc:spChg>
        <pc:spChg chg="mod">
          <ac:chgData name="Victor Sanchez" userId="26f73c70b2efd3e2" providerId="LiveId" clId="{66FAA10A-858A-4901-9BC4-4A708FC6DA4A}" dt="2026-10-16T02:41:33.851" v="1524" actId="255"/>
          <ac:spMkLst>
            <pc:docMk/>
            <pc:sldMk cId="0" sldId="264"/>
            <ac:spMk id="12" creationId="{00000000-0000-0000-0000-000000000000}"/>
          </ac:spMkLst>
        </pc:spChg>
        <pc:spChg chg="mod">
          <ac:chgData name="Victor Sanchez" userId="26f73c70b2efd3e2" providerId="LiveId" clId="{66FAA10A-858A-4901-9BC4-4A708FC6DA4A}" dt="2026-10-16T02:41:23.047" v="1522" actId="255"/>
          <ac:spMkLst>
            <pc:docMk/>
            <pc:sldMk cId="0" sldId="264"/>
            <ac:spMk id="14" creationId="{00000000-0000-0000-0000-000000000000}"/>
          </ac:spMkLst>
        </pc:spChg>
        <pc:spChg chg="mod">
          <ac:chgData name="Victor Sanchez" userId="26f73c70b2efd3e2" providerId="LiveId" clId="{66FAA10A-858A-4901-9BC4-4A708FC6DA4A}" dt="2026-10-16T02:42:26.347" v="1530"/>
          <ac:spMkLst>
            <pc:docMk/>
            <pc:sldMk cId="0" sldId="264"/>
            <ac:spMk id="16" creationId="{00000000-0000-0000-0000-000000000000}"/>
          </ac:spMkLst>
        </pc:spChg>
        <pc:spChg chg="mod">
          <ac:chgData name="Victor Sanchez" userId="26f73c70b2efd3e2" providerId="LiveId" clId="{66FAA10A-858A-4901-9BC4-4A708FC6DA4A}" dt="2026-10-16T02:43:43.294" v="1534"/>
          <ac:spMkLst>
            <pc:docMk/>
            <pc:sldMk cId="0" sldId="264"/>
            <ac:spMk id="20" creationId="{00000000-0000-0000-0000-000000000000}"/>
          </ac:spMkLst>
        </pc:spChg>
        <pc:spChg chg="add mod">
          <ac:chgData name="Victor Sanchez" userId="26f73c70b2efd3e2" providerId="LiveId" clId="{66FAA10A-858A-4901-9BC4-4A708FC6DA4A}" dt="2026-10-15T23:27:47.068" v="87" actId="26606"/>
          <ac:spMkLst>
            <pc:docMk/>
            <pc:sldMk cId="0" sldId="264"/>
            <ac:spMk id="25" creationId="{00000000-0000-0000-0000-000000000000}"/>
          </ac:spMkLst>
        </pc:spChg>
      </pc:sldChg>
      <pc:sldChg chg="addSp modSp mod modClrScheme chgLayout">
        <pc:chgData name="Victor Sanchez" userId="26f73c70b2efd3e2" providerId="LiveId" clId="{66FAA10A-858A-4901-9BC4-4A708FC6DA4A}" dt="2026-10-16T01:40:10.762" v="1265"/>
        <pc:sldMkLst>
          <pc:docMk/>
          <pc:sldMk cId="0" sldId="265"/>
        </pc:sldMkLst>
        <pc:spChg chg="mod">
          <ac:chgData name="Victor Sanchez" userId="26f73c70b2efd3e2" providerId="LiveId" clId="{66FAA10A-858A-4901-9BC4-4A708FC6DA4A}" dt="2026-10-16T01:32:12.620" v="1164" actId="6549"/>
          <ac:spMkLst>
            <pc:docMk/>
            <pc:sldMk cId="0" sldId="265"/>
            <ac:spMk id="2" creationId="{00000000-0000-0000-0000-000000000000}"/>
          </ac:spMkLst>
        </pc:spChg>
        <pc:spChg chg="mod">
          <ac:chgData name="Victor Sanchez" userId="26f73c70b2efd3e2" providerId="LiveId" clId="{66FAA10A-858A-4901-9BC4-4A708FC6DA4A}" dt="2026-10-16T01:33:03.459" v="1236" actId="14100"/>
          <ac:spMkLst>
            <pc:docMk/>
            <pc:sldMk cId="0" sldId="265"/>
            <ac:spMk id="3" creationId="{00000000-0000-0000-0000-000000000000}"/>
          </ac:spMkLst>
        </pc:spChg>
        <pc:spChg chg="add mod">
          <ac:chgData name="Victor Sanchez" userId="26f73c70b2efd3e2" providerId="LiveId" clId="{66FAA10A-858A-4901-9BC4-4A708FC6DA4A}" dt="2026-10-15T23:27:47.068" v="87" actId="26606"/>
          <ac:spMkLst>
            <pc:docMk/>
            <pc:sldMk cId="0" sldId="265"/>
            <ac:spMk id="4" creationId="{00000000-0000-0000-0000-000000000000}"/>
          </ac:spMkLst>
        </pc:spChg>
        <pc:spChg chg="mod">
          <ac:chgData name="Victor Sanchez" userId="26f73c70b2efd3e2" providerId="LiveId" clId="{66FAA10A-858A-4901-9BC4-4A708FC6DA4A}" dt="2026-10-16T01:34:50.843" v="1242"/>
          <ac:spMkLst>
            <pc:docMk/>
            <pc:sldMk cId="0" sldId="265"/>
            <ac:spMk id="8" creationId="{00000000-0000-0000-0000-000000000000}"/>
          </ac:spMkLst>
        </pc:spChg>
        <pc:spChg chg="mod">
          <ac:chgData name="Victor Sanchez" userId="26f73c70b2efd3e2" providerId="LiveId" clId="{66FAA10A-858A-4901-9BC4-4A708FC6DA4A}" dt="2026-10-16T01:35:06.127" v="1243"/>
          <ac:spMkLst>
            <pc:docMk/>
            <pc:sldMk cId="0" sldId="265"/>
            <ac:spMk id="12" creationId="{00000000-0000-0000-0000-000000000000}"/>
          </ac:spMkLst>
        </pc:spChg>
        <pc:spChg chg="mod">
          <ac:chgData name="Victor Sanchez" userId="26f73c70b2efd3e2" providerId="LiveId" clId="{66FAA10A-858A-4901-9BC4-4A708FC6DA4A}" dt="2026-10-16T01:35:32.923" v="1244"/>
          <ac:spMkLst>
            <pc:docMk/>
            <pc:sldMk cId="0" sldId="265"/>
            <ac:spMk id="16" creationId="{00000000-0000-0000-0000-000000000000}"/>
          </ac:spMkLst>
        </pc:spChg>
        <pc:spChg chg="mod">
          <ac:chgData name="Victor Sanchez" userId="26f73c70b2efd3e2" providerId="LiveId" clId="{66FAA10A-858A-4901-9BC4-4A708FC6DA4A}" dt="2026-10-16T01:35:47.020" v="1245"/>
          <ac:spMkLst>
            <pc:docMk/>
            <pc:sldMk cId="0" sldId="265"/>
            <ac:spMk id="20" creationId="{00000000-0000-0000-0000-000000000000}"/>
          </ac:spMkLst>
        </pc:spChg>
        <pc:spChg chg="mod">
          <ac:chgData name="Victor Sanchez" userId="26f73c70b2efd3e2" providerId="LiveId" clId="{66FAA10A-858A-4901-9BC4-4A708FC6DA4A}" dt="2026-10-16T01:36:27.623" v="1246"/>
          <ac:spMkLst>
            <pc:docMk/>
            <pc:sldMk cId="0" sldId="265"/>
            <ac:spMk id="28" creationId="{00000000-0000-0000-0000-000000000000}"/>
          </ac:spMkLst>
        </pc:spChg>
        <pc:spChg chg="mod">
          <ac:chgData name="Victor Sanchez" userId="26f73c70b2efd3e2" providerId="LiveId" clId="{66FAA10A-858A-4901-9BC4-4A708FC6DA4A}" dt="2026-10-16T01:36:45.269" v="1247"/>
          <ac:spMkLst>
            <pc:docMk/>
            <pc:sldMk cId="0" sldId="265"/>
            <ac:spMk id="32" creationId="{00000000-0000-0000-0000-000000000000}"/>
          </ac:spMkLst>
        </pc:spChg>
        <pc:spChg chg="mod">
          <ac:chgData name="Victor Sanchez" userId="26f73c70b2efd3e2" providerId="LiveId" clId="{66FAA10A-858A-4901-9BC4-4A708FC6DA4A}" dt="2026-10-16T01:37:13.990" v="1248"/>
          <ac:spMkLst>
            <pc:docMk/>
            <pc:sldMk cId="0" sldId="265"/>
            <ac:spMk id="35" creationId="{00000000-0000-0000-0000-000000000000}"/>
          </ac:spMkLst>
        </pc:spChg>
        <pc:spChg chg="mod">
          <ac:chgData name="Victor Sanchez" userId="26f73c70b2efd3e2" providerId="LiveId" clId="{66FAA10A-858A-4901-9BC4-4A708FC6DA4A}" dt="2026-10-16T01:37:30.664" v="1249"/>
          <ac:spMkLst>
            <pc:docMk/>
            <pc:sldMk cId="0" sldId="265"/>
            <ac:spMk id="36" creationId="{00000000-0000-0000-0000-000000000000}"/>
          </ac:spMkLst>
        </pc:spChg>
        <pc:spChg chg="mod">
          <ac:chgData name="Victor Sanchez" userId="26f73c70b2efd3e2" providerId="LiveId" clId="{66FAA10A-858A-4901-9BC4-4A708FC6DA4A}" dt="2026-10-16T01:40:10.762" v="1265"/>
          <ac:spMkLst>
            <pc:docMk/>
            <pc:sldMk cId="0" sldId="265"/>
            <ac:spMk id="40" creationId="{00000000-0000-0000-0000-000000000000}"/>
          </ac:spMkLst>
        </pc:spChg>
        <pc:graphicFrameChg chg="add mod">
          <ac:chgData name="Victor Sanchez" userId="26f73c70b2efd3e2" providerId="LiveId" clId="{66FAA10A-858A-4901-9BC4-4A708FC6DA4A}" dt="2026-10-16T01:34:45.277" v="1241"/>
          <ac:graphicFrameMkLst>
            <pc:docMk/>
            <pc:sldMk cId="0" sldId="265"/>
            <ac:graphicFrameMk id="41" creationId="{A92A1EFD-B833-7B4C-C66B-8954C6CC4AA8}"/>
          </ac:graphicFrameMkLst>
        </pc:graphicFrameChg>
        <pc:graphicFrameChg chg="add mod">
          <ac:chgData name="Victor Sanchez" userId="26f73c70b2efd3e2" providerId="LiveId" clId="{66FAA10A-858A-4901-9BC4-4A708FC6DA4A}" dt="2026-10-16T01:34:45.277" v="1241"/>
          <ac:graphicFrameMkLst>
            <pc:docMk/>
            <pc:sldMk cId="0" sldId="265"/>
            <ac:graphicFrameMk id="42" creationId="{54002A6C-257D-32A4-8CEC-41405A192414}"/>
          </ac:graphicFrameMkLst>
        </pc:graphicFrameChg>
      </pc:sldChg>
      <pc:sldChg chg="addSp delSp modSp mod modClrScheme chgLayout">
        <pc:chgData name="Victor Sanchez" userId="26f73c70b2efd3e2" providerId="LiveId" clId="{66FAA10A-858A-4901-9BC4-4A708FC6DA4A}" dt="2026-10-16T01:33:31.784" v="1240" actId="22"/>
        <pc:sldMkLst>
          <pc:docMk/>
          <pc:sldMk cId="0" sldId="266"/>
        </pc:sldMkLst>
        <pc:spChg chg="mod">
          <ac:chgData name="Victor Sanchez" userId="26f73c70b2efd3e2" providerId="LiveId" clId="{66FAA10A-858A-4901-9BC4-4A708FC6DA4A}" dt="2026-10-15T23:27:47.068" v="87" actId="26606"/>
          <ac:spMkLst>
            <pc:docMk/>
            <pc:sldMk cId="0" sldId="266"/>
            <ac:spMk id="2" creationId="{00000000-0000-0000-0000-000000000000}"/>
          </ac:spMkLst>
        </pc:spChg>
        <pc:spChg chg="del">
          <ac:chgData name="Victor Sanchez" userId="26f73c70b2efd3e2" providerId="LiveId" clId="{66FAA10A-858A-4901-9BC4-4A708FC6DA4A}" dt="2026-10-16T01:33:09.622" v="1237" actId="478"/>
          <ac:spMkLst>
            <pc:docMk/>
            <pc:sldMk cId="0" sldId="266"/>
            <ac:spMk id="3" creationId="{00000000-0000-0000-0000-000000000000}"/>
          </ac:spMkLst>
        </pc:spChg>
        <pc:spChg chg="add mod">
          <ac:chgData name="Victor Sanchez" userId="26f73c70b2efd3e2" providerId="LiveId" clId="{66FAA10A-858A-4901-9BC4-4A708FC6DA4A}" dt="2026-10-15T23:27:47.068" v="87" actId="26606"/>
          <ac:spMkLst>
            <pc:docMk/>
            <pc:sldMk cId="0" sldId="266"/>
            <ac:spMk id="4" creationId="{00000000-0000-0000-0000-000000000000}"/>
          </ac:spMkLst>
        </pc:spChg>
        <pc:spChg chg="add">
          <ac:chgData name="Victor Sanchez" userId="26f73c70b2efd3e2" providerId="LiveId" clId="{66FAA10A-858A-4901-9BC4-4A708FC6DA4A}" dt="2026-10-16T01:33:31.784" v="1240" actId="22"/>
          <ac:spMkLst>
            <pc:docMk/>
            <pc:sldMk cId="0" sldId="266"/>
            <ac:spMk id="39" creationId="{A13D61BC-FED3-6009-1EDB-3C0EA149B9D3}"/>
          </ac:spMkLst>
        </pc:spChg>
      </pc:sldChg>
      <pc:sldChg chg="modSp mod modClrScheme chgLayout">
        <pc:chgData name="Victor Sanchez" userId="26f73c70b2efd3e2" providerId="LiveId" clId="{66FAA10A-858A-4901-9BC4-4A708FC6DA4A}" dt="2026-10-16T02:50:03.113" v="1554" actId="20577"/>
        <pc:sldMkLst>
          <pc:docMk/>
          <pc:sldMk cId="0" sldId="267"/>
        </pc:sldMkLst>
        <pc:spChg chg="mod">
          <ac:chgData name="Victor Sanchez" userId="26f73c70b2efd3e2" providerId="LiveId" clId="{66FAA10A-858A-4901-9BC4-4A708FC6DA4A}" dt="2026-10-16T02:46:36.370" v="1535"/>
          <ac:spMkLst>
            <pc:docMk/>
            <pc:sldMk cId="0" sldId="267"/>
            <ac:spMk id="2" creationId="{00000000-0000-0000-0000-000000000000}"/>
          </ac:spMkLst>
        </pc:spChg>
        <pc:spChg chg="mod">
          <ac:chgData name="Victor Sanchez" userId="26f73c70b2efd3e2" providerId="LiveId" clId="{66FAA10A-858A-4901-9BC4-4A708FC6DA4A}" dt="2026-10-16T02:48:31.165" v="1542" actId="255"/>
          <ac:spMkLst>
            <pc:docMk/>
            <pc:sldMk cId="0" sldId="267"/>
            <ac:spMk id="10" creationId="{00000000-0000-0000-0000-000000000000}"/>
          </ac:spMkLst>
        </pc:spChg>
        <pc:spChg chg="mod">
          <ac:chgData name="Victor Sanchez" userId="26f73c70b2efd3e2" providerId="LiveId" clId="{66FAA10A-858A-4901-9BC4-4A708FC6DA4A}" dt="2026-10-16T02:48:37.198" v="1543" actId="255"/>
          <ac:spMkLst>
            <pc:docMk/>
            <pc:sldMk cId="0" sldId="267"/>
            <ac:spMk id="12" creationId="{00000000-0000-0000-0000-000000000000}"/>
          </ac:spMkLst>
        </pc:spChg>
        <pc:spChg chg="mod">
          <ac:chgData name="Victor Sanchez" userId="26f73c70b2efd3e2" providerId="LiveId" clId="{66FAA10A-858A-4901-9BC4-4A708FC6DA4A}" dt="2026-10-16T02:48:26.268" v="1541" actId="255"/>
          <ac:spMkLst>
            <pc:docMk/>
            <pc:sldMk cId="0" sldId="267"/>
            <ac:spMk id="14" creationId="{00000000-0000-0000-0000-000000000000}"/>
          </ac:spMkLst>
        </pc:spChg>
        <pc:spChg chg="mod">
          <ac:chgData name="Victor Sanchez" userId="26f73c70b2efd3e2" providerId="LiveId" clId="{66FAA10A-858A-4901-9BC4-4A708FC6DA4A}" dt="2026-10-16T02:49:22.567" v="1549" actId="20577"/>
          <ac:spMkLst>
            <pc:docMk/>
            <pc:sldMk cId="0" sldId="267"/>
            <ac:spMk id="16" creationId="{00000000-0000-0000-0000-000000000000}"/>
          </ac:spMkLst>
        </pc:spChg>
        <pc:spChg chg="mod">
          <ac:chgData name="Victor Sanchez" userId="26f73c70b2efd3e2" providerId="LiveId" clId="{66FAA10A-858A-4901-9BC4-4A708FC6DA4A}" dt="2026-10-16T02:49:55.250" v="1551" actId="1076"/>
          <ac:spMkLst>
            <pc:docMk/>
            <pc:sldMk cId="0" sldId="267"/>
            <ac:spMk id="19" creationId="{00000000-0000-0000-0000-000000000000}"/>
          </ac:spMkLst>
        </pc:spChg>
        <pc:spChg chg="mod">
          <ac:chgData name="Victor Sanchez" userId="26f73c70b2efd3e2" providerId="LiveId" clId="{66FAA10A-858A-4901-9BC4-4A708FC6DA4A}" dt="2026-10-16T02:50:03.113" v="1554" actId="20577"/>
          <ac:spMkLst>
            <pc:docMk/>
            <pc:sldMk cId="0" sldId="267"/>
            <ac:spMk id="20" creationId="{00000000-0000-0000-0000-000000000000}"/>
          </ac:spMkLst>
        </pc:spChg>
        <pc:spChg chg="add mod">
          <ac:chgData name="Victor Sanchez" userId="26f73c70b2efd3e2" providerId="LiveId" clId="{66FAA10A-858A-4901-9BC4-4A708FC6DA4A}" dt="2026-10-15T23:27:47.068" v="87" actId="26606"/>
          <ac:spMkLst>
            <pc:docMk/>
            <pc:sldMk cId="0" sldId="267"/>
            <ac:spMk id="25" creationId="{00000000-0000-0000-0000-000000000000}"/>
          </ac:spMkLst>
        </pc:spChg>
      </pc:sldChg>
      <pc:sldChg chg="modSp mod modClrScheme chgLayout">
        <pc:chgData name="Victor Sanchez" userId="26f73c70b2efd3e2" providerId="LiveId" clId="{66FAA10A-858A-4901-9BC4-4A708FC6DA4A}" dt="2026-10-16T02:01:04.620" v="1406" actId="20577"/>
        <pc:sldMkLst>
          <pc:docMk/>
          <pc:sldMk cId="0" sldId="268"/>
        </pc:sldMkLst>
        <pc:spChg chg="mod">
          <ac:chgData name="Victor Sanchez" userId="26f73c70b2efd3e2" providerId="LiveId" clId="{66FAA10A-858A-4901-9BC4-4A708FC6DA4A}" dt="2026-10-15T23:27:47.068" v="87" actId="26606"/>
          <ac:spMkLst>
            <pc:docMk/>
            <pc:sldMk cId="0" sldId="268"/>
            <ac:spMk id="2" creationId="{00000000-0000-0000-0000-000000000000}"/>
          </ac:spMkLst>
        </pc:spChg>
        <pc:spChg chg="add mod">
          <ac:chgData name="Victor Sanchez" userId="26f73c70b2efd3e2" providerId="LiveId" clId="{66FAA10A-858A-4901-9BC4-4A708FC6DA4A}" dt="2026-10-15T23:27:47.068" v="87" actId="26606"/>
          <ac:spMkLst>
            <pc:docMk/>
            <pc:sldMk cId="0" sldId="268"/>
            <ac:spMk id="4" creationId="{00000000-0000-0000-0000-000000000000}"/>
          </ac:spMkLst>
        </pc:spChg>
        <pc:spChg chg="mod">
          <ac:chgData name="Victor Sanchez" userId="26f73c70b2efd3e2" providerId="LiveId" clId="{66FAA10A-858A-4901-9BC4-4A708FC6DA4A}" dt="2026-10-16T01:51:24.415" v="1266"/>
          <ac:spMkLst>
            <pc:docMk/>
            <pc:sldMk cId="0" sldId="268"/>
            <ac:spMk id="7" creationId="{00000000-0000-0000-0000-000000000000}"/>
          </ac:spMkLst>
        </pc:spChg>
        <pc:spChg chg="mod">
          <ac:chgData name="Victor Sanchez" userId="26f73c70b2efd3e2" providerId="LiveId" clId="{66FAA10A-858A-4901-9BC4-4A708FC6DA4A}" dt="2026-10-16T01:52:44.200" v="1284"/>
          <ac:spMkLst>
            <pc:docMk/>
            <pc:sldMk cId="0" sldId="268"/>
            <ac:spMk id="9" creationId="{00000000-0000-0000-0000-000000000000}"/>
          </ac:spMkLst>
        </pc:spChg>
        <pc:spChg chg="mod">
          <ac:chgData name="Victor Sanchez" userId="26f73c70b2efd3e2" providerId="LiveId" clId="{66FAA10A-858A-4901-9BC4-4A708FC6DA4A}" dt="2026-10-16T01:54:26.096" v="1397" actId="20577"/>
          <ac:spMkLst>
            <pc:docMk/>
            <pc:sldMk cId="0" sldId="268"/>
            <ac:spMk id="11" creationId="{00000000-0000-0000-0000-000000000000}"/>
          </ac:spMkLst>
        </pc:spChg>
        <pc:spChg chg="mod">
          <ac:chgData name="Victor Sanchez" userId="26f73c70b2efd3e2" providerId="LiveId" clId="{66FAA10A-858A-4901-9BC4-4A708FC6DA4A}" dt="2026-10-16T01:55:08.155" v="1398"/>
          <ac:spMkLst>
            <pc:docMk/>
            <pc:sldMk cId="0" sldId="268"/>
            <ac:spMk id="19" creationId="{00000000-0000-0000-0000-000000000000}"/>
          </ac:spMkLst>
        </pc:spChg>
        <pc:spChg chg="mod">
          <ac:chgData name="Victor Sanchez" userId="26f73c70b2efd3e2" providerId="LiveId" clId="{66FAA10A-858A-4901-9BC4-4A708FC6DA4A}" dt="2026-10-16T01:56:13.186" v="1399"/>
          <ac:spMkLst>
            <pc:docMk/>
            <pc:sldMk cId="0" sldId="268"/>
            <ac:spMk id="28" creationId="{00000000-0000-0000-0000-000000000000}"/>
          </ac:spMkLst>
        </pc:spChg>
        <pc:spChg chg="mod">
          <ac:chgData name="Victor Sanchez" userId="26f73c70b2efd3e2" providerId="LiveId" clId="{66FAA10A-858A-4901-9BC4-4A708FC6DA4A}" dt="2026-10-16T01:56:28.801" v="1400"/>
          <ac:spMkLst>
            <pc:docMk/>
            <pc:sldMk cId="0" sldId="268"/>
            <ac:spMk id="30" creationId="{00000000-0000-0000-0000-000000000000}"/>
          </ac:spMkLst>
        </pc:spChg>
        <pc:spChg chg="mod">
          <ac:chgData name="Victor Sanchez" userId="26f73c70b2efd3e2" providerId="LiveId" clId="{66FAA10A-858A-4901-9BC4-4A708FC6DA4A}" dt="2026-10-16T01:57:58.935" v="1402" actId="20577"/>
          <ac:spMkLst>
            <pc:docMk/>
            <pc:sldMk cId="0" sldId="268"/>
            <ac:spMk id="32" creationId="{00000000-0000-0000-0000-000000000000}"/>
          </ac:spMkLst>
        </pc:spChg>
        <pc:spChg chg="mod">
          <ac:chgData name="Victor Sanchez" userId="26f73c70b2efd3e2" providerId="LiveId" clId="{66FAA10A-858A-4901-9BC4-4A708FC6DA4A}" dt="2026-10-16T01:59:38.308" v="1403"/>
          <ac:spMkLst>
            <pc:docMk/>
            <pc:sldMk cId="0" sldId="268"/>
            <ac:spMk id="34" creationId="{00000000-0000-0000-0000-000000000000}"/>
          </ac:spMkLst>
        </pc:spChg>
        <pc:spChg chg="mod">
          <ac:chgData name="Victor Sanchez" userId="26f73c70b2efd3e2" providerId="LiveId" clId="{66FAA10A-858A-4901-9BC4-4A708FC6DA4A}" dt="2026-10-16T02:00:00.224" v="1404"/>
          <ac:spMkLst>
            <pc:docMk/>
            <pc:sldMk cId="0" sldId="268"/>
            <ac:spMk id="37" creationId="{00000000-0000-0000-0000-000000000000}"/>
          </ac:spMkLst>
        </pc:spChg>
        <pc:spChg chg="mod">
          <ac:chgData name="Victor Sanchez" userId="26f73c70b2efd3e2" providerId="LiveId" clId="{66FAA10A-858A-4901-9BC4-4A708FC6DA4A}" dt="2026-10-16T02:01:04.620" v="1406" actId="20577"/>
          <ac:spMkLst>
            <pc:docMk/>
            <pc:sldMk cId="0" sldId="268"/>
            <ac:spMk id="38"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69"/>
        </pc:sldMkLst>
        <pc:spChg chg="mod">
          <ac:chgData name="Victor Sanchez" userId="26f73c70b2efd3e2" providerId="LiveId" clId="{66FAA10A-858A-4901-9BC4-4A708FC6DA4A}" dt="2026-10-15T23:27:47.068" v="87" actId="26606"/>
          <ac:spMkLst>
            <pc:docMk/>
            <pc:sldMk cId="0" sldId="269"/>
            <ac:spMk id="2" creationId="{00000000-0000-0000-0000-000000000000}"/>
          </ac:spMkLst>
        </pc:spChg>
        <pc:spChg chg="add mod">
          <ac:chgData name="Victor Sanchez" userId="26f73c70b2efd3e2" providerId="LiveId" clId="{66FAA10A-858A-4901-9BC4-4A708FC6DA4A}" dt="2026-10-15T23:27:47.068" v="87" actId="26606"/>
          <ac:spMkLst>
            <pc:docMk/>
            <pc:sldMk cId="0" sldId="269"/>
            <ac:spMk id="4" creationId="{00000000-0000-0000-0000-000000000000}"/>
          </ac:spMkLst>
        </pc:spChg>
      </pc:sldChg>
      <pc:sldChg chg="modSp mod modClrScheme chgLayout">
        <pc:chgData name="Victor Sanchez" userId="26f73c70b2efd3e2" providerId="LiveId" clId="{66FAA10A-858A-4901-9BC4-4A708FC6DA4A}" dt="2026-10-16T02:14:00.934" v="1418"/>
        <pc:sldMkLst>
          <pc:docMk/>
          <pc:sldMk cId="0" sldId="270"/>
        </pc:sldMkLst>
        <pc:spChg chg="mod">
          <ac:chgData name="Victor Sanchez" userId="26f73c70b2efd3e2" providerId="LiveId" clId="{66FAA10A-858A-4901-9BC4-4A708FC6DA4A}" dt="2026-10-15T23:27:47.068" v="87" actId="26606"/>
          <ac:spMkLst>
            <pc:docMk/>
            <pc:sldMk cId="0" sldId="270"/>
            <ac:spMk id="2" creationId="{00000000-0000-0000-0000-000000000000}"/>
          </ac:spMkLst>
        </pc:spChg>
        <pc:spChg chg="add mod">
          <ac:chgData name="Victor Sanchez" userId="26f73c70b2efd3e2" providerId="LiveId" clId="{66FAA10A-858A-4901-9BC4-4A708FC6DA4A}" dt="2026-10-15T23:27:47.068" v="87" actId="26606"/>
          <ac:spMkLst>
            <pc:docMk/>
            <pc:sldMk cId="0" sldId="270"/>
            <ac:spMk id="4" creationId="{00000000-0000-0000-0000-000000000000}"/>
          </ac:spMkLst>
        </pc:spChg>
        <pc:spChg chg="mod">
          <ac:chgData name="Victor Sanchez" userId="26f73c70b2efd3e2" providerId="LiveId" clId="{66FAA10A-858A-4901-9BC4-4A708FC6DA4A}" dt="2026-10-16T02:11:21.353" v="1410"/>
          <ac:spMkLst>
            <pc:docMk/>
            <pc:sldMk cId="0" sldId="270"/>
            <ac:spMk id="8" creationId="{00000000-0000-0000-0000-000000000000}"/>
          </ac:spMkLst>
        </pc:spChg>
        <pc:spChg chg="mod">
          <ac:chgData name="Victor Sanchez" userId="26f73c70b2efd3e2" providerId="LiveId" clId="{66FAA10A-858A-4901-9BC4-4A708FC6DA4A}" dt="2026-10-16T02:11:46.125" v="1411"/>
          <ac:spMkLst>
            <pc:docMk/>
            <pc:sldMk cId="0" sldId="270"/>
            <ac:spMk id="12" creationId="{00000000-0000-0000-0000-000000000000}"/>
          </ac:spMkLst>
        </pc:spChg>
        <pc:spChg chg="mod">
          <ac:chgData name="Victor Sanchez" userId="26f73c70b2efd3e2" providerId="LiveId" clId="{66FAA10A-858A-4901-9BC4-4A708FC6DA4A}" dt="2026-10-16T02:12:18.729" v="1415" actId="20577"/>
          <ac:spMkLst>
            <pc:docMk/>
            <pc:sldMk cId="0" sldId="270"/>
            <ac:spMk id="16" creationId="{00000000-0000-0000-0000-000000000000}"/>
          </ac:spMkLst>
        </pc:spChg>
        <pc:spChg chg="mod">
          <ac:chgData name="Victor Sanchez" userId="26f73c70b2efd3e2" providerId="LiveId" clId="{66FAA10A-858A-4901-9BC4-4A708FC6DA4A}" dt="2026-10-16T02:06:05.725" v="1407"/>
          <ac:spMkLst>
            <pc:docMk/>
            <pc:sldMk cId="0" sldId="270"/>
            <ac:spMk id="19" creationId="{00000000-0000-0000-0000-000000000000}"/>
          </ac:spMkLst>
        </pc:spChg>
        <pc:spChg chg="mod">
          <ac:chgData name="Victor Sanchez" userId="26f73c70b2efd3e2" providerId="LiveId" clId="{66FAA10A-858A-4901-9BC4-4A708FC6DA4A}" dt="2026-10-16T02:12:53.318" v="1416"/>
          <ac:spMkLst>
            <pc:docMk/>
            <pc:sldMk cId="0" sldId="270"/>
            <ac:spMk id="20" creationId="{00000000-0000-0000-0000-000000000000}"/>
          </ac:spMkLst>
        </pc:spChg>
        <pc:spChg chg="mod">
          <ac:chgData name="Victor Sanchez" userId="26f73c70b2efd3e2" providerId="LiveId" clId="{66FAA10A-858A-4901-9BC4-4A708FC6DA4A}" dt="2026-10-16T02:13:41.937" v="1417"/>
          <ac:spMkLst>
            <pc:docMk/>
            <pc:sldMk cId="0" sldId="270"/>
            <ac:spMk id="25" creationId="{00000000-0000-0000-0000-000000000000}"/>
          </ac:spMkLst>
        </pc:spChg>
        <pc:spChg chg="mod">
          <ac:chgData name="Victor Sanchez" userId="26f73c70b2efd3e2" providerId="LiveId" clId="{66FAA10A-858A-4901-9BC4-4A708FC6DA4A}" dt="2026-10-16T02:14:00.934" v="1418"/>
          <ac:spMkLst>
            <pc:docMk/>
            <pc:sldMk cId="0" sldId="270"/>
            <ac:spMk id="27" creationId="{00000000-0000-0000-0000-000000000000}"/>
          </ac:spMkLst>
        </pc:spChg>
      </pc:sldChg>
      <pc:sldChg chg="modSp mod modClrScheme chgLayout">
        <pc:chgData name="Victor Sanchez" userId="26f73c70b2efd3e2" providerId="LiveId" clId="{66FAA10A-858A-4901-9BC4-4A708FC6DA4A}" dt="2026-10-16T02:21:21.425" v="1484"/>
        <pc:sldMkLst>
          <pc:docMk/>
          <pc:sldMk cId="0" sldId="271"/>
        </pc:sldMkLst>
        <pc:spChg chg="mod">
          <ac:chgData name="Victor Sanchez" userId="26f73c70b2efd3e2" providerId="LiveId" clId="{66FAA10A-858A-4901-9BC4-4A708FC6DA4A}" dt="2026-10-15T23:27:47.068" v="87" actId="26606"/>
          <ac:spMkLst>
            <pc:docMk/>
            <pc:sldMk cId="0" sldId="271"/>
            <ac:spMk id="2" creationId="{00000000-0000-0000-0000-000000000000}"/>
          </ac:spMkLst>
        </pc:spChg>
        <pc:spChg chg="add mod">
          <ac:chgData name="Victor Sanchez" userId="26f73c70b2efd3e2" providerId="LiveId" clId="{66FAA10A-858A-4901-9BC4-4A708FC6DA4A}" dt="2026-10-15T23:27:47.068" v="87" actId="26606"/>
          <ac:spMkLst>
            <pc:docMk/>
            <pc:sldMk cId="0" sldId="271"/>
            <ac:spMk id="4" creationId="{00000000-0000-0000-0000-000000000000}"/>
          </ac:spMkLst>
        </pc:spChg>
        <pc:spChg chg="mod">
          <ac:chgData name="Victor Sanchez" userId="26f73c70b2efd3e2" providerId="LiveId" clId="{66FAA10A-858A-4901-9BC4-4A708FC6DA4A}" dt="2026-10-16T02:18:06.368" v="1469" actId="255"/>
          <ac:spMkLst>
            <pc:docMk/>
            <pc:sldMk cId="0" sldId="271"/>
            <ac:spMk id="9" creationId="{00000000-0000-0000-0000-000000000000}"/>
          </ac:spMkLst>
        </pc:spChg>
        <pc:spChg chg="mod">
          <ac:chgData name="Victor Sanchez" userId="26f73c70b2efd3e2" providerId="LiveId" clId="{66FAA10A-858A-4901-9BC4-4A708FC6DA4A}" dt="2026-10-16T02:18:11.310" v="1470" actId="255"/>
          <ac:spMkLst>
            <pc:docMk/>
            <pc:sldMk cId="0" sldId="271"/>
            <ac:spMk id="10" creationId="{00000000-0000-0000-0000-000000000000}"/>
          </ac:spMkLst>
        </pc:spChg>
        <pc:spChg chg="mod">
          <ac:chgData name="Victor Sanchez" userId="26f73c70b2efd3e2" providerId="LiveId" clId="{66FAA10A-858A-4901-9BC4-4A708FC6DA4A}" dt="2026-10-16T02:18:47.867" v="1477" actId="255"/>
          <ac:spMkLst>
            <pc:docMk/>
            <pc:sldMk cId="0" sldId="271"/>
            <ac:spMk id="14" creationId="{00000000-0000-0000-0000-000000000000}"/>
          </ac:spMkLst>
        </pc:spChg>
        <pc:spChg chg="mod">
          <ac:chgData name="Victor Sanchez" userId="26f73c70b2efd3e2" providerId="LiveId" clId="{66FAA10A-858A-4901-9BC4-4A708FC6DA4A}" dt="2026-10-16T02:18:51.962" v="1478" actId="255"/>
          <ac:spMkLst>
            <pc:docMk/>
            <pc:sldMk cId="0" sldId="271"/>
            <ac:spMk id="15" creationId="{00000000-0000-0000-0000-000000000000}"/>
          </ac:spMkLst>
        </pc:spChg>
        <pc:spChg chg="mod">
          <ac:chgData name="Victor Sanchez" userId="26f73c70b2efd3e2" providerId="LiveId" clId="{66FAA10A-858A-4901-9BC4-4A708FC6DA4A}" dt="2026-10-16T02:18:36.727" v="1475" actId="255"/>
          <ac:spMkLst>
            <pc:docMk/>
            <pc:sldMk cId="0" sldId="271"/>
            <ac:spMk id="19" creationId="{00000000-0000-0000-0000-000000000000}"/>
          </ac:spMkLst>
        </pc:spChg>
        <pc:spChg chg="mod">
          <ac:chgData name="Victor Sanchez" userId="26f73c70b2efd3e2" providerId="LiveId" clId="{66FAA10A-858A-4901-9BC4-4A708FC6DA4A}" dt="2026-10-16T02:18:40.563" v="1476" actId="255"/>
          <ac:spMkLst>
            <pc:docMk/>
            <pc:sldMk cId="0" sldId="271"/>
            <ac:spMk id="20" creationId="{00000000-0000-0000-0000-000000000000}"/>
          </ac:spMkLst>
        </pc:spChg>
        <pc:spChg chg="mod">
          <ac:chgData name="Victor Sanchez" userId="26f73c70b2efd3e2" providerId="LiveId" clId="{66FAA10A-858A-4901-9BC4-4A708FC6DA4A}" dt="2026-10-16T02:18:27.859" v="1473" actId="255"/>
          <ac:spMkLst>
            <pc:docMk/>
            <pc:sldMk cId="0" sldId="271"/>
            <ac:spMk id="24" creationId="{00000000-0000-0000-0000-000000000000}"/>
          </ac:spMkLst>
        </pc:spChg>
        <pc:spChg chg="mod">
          <ac:chgData name="Victor Sanchez" userId="26f73c70b2efd3e2" providerId="LiveId" clId="{66FAA10A-858A-4901-9BC4-4A708FC6DA4A}" dt="2026-10-16T02:18:31.632" v="1474" actId="255"/>
          <ac:spMkLst>
            <pc:docMk/>
            <pc:sldMk cId="0" sldId="271"/>
            <ac:spMk id="25" creationId="{00000000-0000-0000-0000-000000000000}"/>
          </ac:spMkLst>
        </pc:spChg>
        <pc:spChg chg="mod">
          <ac:chgData name="Victor Sanchez" userId="26f73c70b2efd3e2" providerId="LiveId" clId="{66FAA10A-858A-4901-9BC4-4A708FC6DA4A}" dt="2026-10-16T02:16:53.147" v="1445" actId="1037"/>
          <ac:spMkLst>
            <pc:docMk/>
            <pc:sldMk cId="0" sldId="271"/>
            <ac:spMk id="27" creationId="{00000000-0000-0000-0000-000000000000}"/>
          </ac:spMkLst>
        </pc:spChg>
        <pc:spChg chg="mod">
          <ac:chgData name="Victor Sanchez" userId="26f73c70b2efd3e2" providerId="LiveId" clId="{66FAA10A-858A-4901-9BC4-4A708FC6DA4A}" dt="2026-10-16T02:17:07.401" v="1464" actId="20577"/>
          <ac:spMkLst>
            <pc:docMk/>
            <pc:sldMk cId="0" sldId="271"/>
            <ac:spMk id="28" creationId="{00000000-0000-0000-0000-000000000000}"/>
          </ac:spMkLst>
        </pc:spChg>
        <pc:spChg chg="mod">
          <ac:chgData name="Victor Sanchez" userId="26f73c70b2efd3e2" providerId="LiveId" clId="{66FAA10A-858A-4901-9BC4-4A708FC6DA4A}" dt="2026-10-16T02:18:14.966" v="1471" actId="255"/>
          <ac:spMkLst>
            <pc:docMk/>
            <pc:sldMk cId="0" sldId="271"/>
            <ac:spMk id="29" creationId="{00000000-0000-0000-0000-000000000000}"/>
          </ac:spMkLst>
        </pc:spChg>
        <pc:spChg chg="mod">
          <ac:chgData name="Victor Sanchez" userId="26f73c70b2efd3e2" providerId="LiveId" clId="{66FAA10A-858A-4901-9BC4-4A708FC6DA4A}" dt="2026-10-16T02:18:22.079" v="1472" actId="255"/>
          <ac:spMkLst>
            <pc:docMk/>
            <pc:sldMk cId="0" sldId="271"/>
            <ac:spMk id="30" creationId="{00000000-0000-0000-0000-000000000000}"/>
          </ac:spMkLst>
        </pc:spChg>
        <pc:spChg chg="mod">
          <ac:chgData name="Victor Sanchez" userId="26f73c70b2efd3e2" providerId="LiveId" clId="{66FAA10A-858A-4901-9BC4-4A708FC6DA4A}" dt="2026-10-16T02:19:40.754" v="1479"/>
          <ac:spMkLst>
            <pc:docMk/>
            <pc:sldMk cId="0" sldId="271"/>
            <ac:spMk id="33" creationId="{00000000-0000-0000-0000-000000000000}"/>
          </ac:spMkLst>
        </pc:spChg>
        <pc:spChg chg="mod">
          <ac:chgData name="Victor Sanchez" userId="26f73c70b2efd3e2" providerId="LiveId" clId="{66FAA10A-858A-4901-9BC4-4A708FC6DA4A}" dt="2026-10-16T02:19:52.227" v="1480"/>
          <ac:spMkLst>
            <pc:docMk/>
            <pc:sldMk cId="0" sldId="271"/>
            <ac:spMk id="34" creationId="{00000000-0000-0000-0000-000000000000}"/>
          </ac:spMkLst>
        </pc:spChg>
        <pc:spChg chg="mod">
          <ac:chgData name="Victor Sanchez" userId="26f73c70b2efd3e2" providerId="LiveId" clId="{66FAA10A-858A-4901-9BC4-4A708FC6DA4A}" dt="2026-10-16T02:20:35.900" v="1483"/>
          <ac:spMkLst>
            <pc:docMk/>
            <pc:sldMk cId="0" sldId="271"/>
            <ac:spMk id="35" creationId="{00000000-0000-0000-0000-000000000000}"/>
          </ac:spMkLst>
        </pc:spChg>
        <pc:spChg chg="mod">
          <ac:chgData name="Victor Sanchez" userId="26f73c70b2efd3e2" providerId="LiveId" clId="{66FAA10A-858A-4901-9BC4-4A708FC6DA4A}" dt="2026-10-16T02:21:21.425" v="1484"/>
          <ac:spMkLst>
            <pc:docMk/>
            <pc:sldMk cId="0" sldId="271"/>
            <ac:spMk id="36"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72"/>
        </pc:sldMkLst>
        <pc:spChg chg="mod">
          <ac:chgData name="Victor Sanchez" userId="26f73c70b2efd3e2" providerId="LiveId" clId="{66FAA10A-858A-4901-9BC4-4A708FC6DA4A}" dt="2026-10-15T23:27:47.068" v="87" actId="26606"/>
          <ac:spMkLst>
            <pc:docMk/>
            <pc:sldMk cId="0" sldId="272"/>
            <ac:spMk id="2" creationId="{00000000-0000-0000-0000-000000000000}"/>
          </ac:spMkLst>
        </pc:spChg>
        <pc:spChg chg="add mod">
          <ac:chgData name="Victor Sanchez" userId="26f73c70b2efd3e2" providerId="LiveId" clId="{66FAA10A-858A-4901-9BC4-4A708FC6DA4A}" dt="2026-10-15T23:27:47.068" v="87" actId="26606"/>
          <ac:spMkLst>
            <pc:docMk/>
            <pc:sldMk cId="0" sldId="272"/>
            <ac:spMk id="25"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73"/>
        </pc:sldMkLst>
        <pc:spChg chg="mod">
          <ac:chgData name="Victor Sanchez" userId="26f73c70b2efd3e2" providerId="LiveId" clId="{66FAA10A-858A-4901-9BC4-4A708FC6DA4A}" dt="2026-10-15T23:27:47.068" v="87" actId="26606"/>
          <ac:spMkLst>
            <pc:docMk/>
            <pc:sldMk cId="0" sldId="273"/>
            <ac:spMk id="2" creationId="{00000000-0000-0000-0000-000000000000}"/>
          </ac:spMkLst>
        </pc:spChg>
        <pc:spChg chg="add mod">
          <ac:chgData name="Victor Sanchez" userId="26f73c70b2efd3e2" providerId="LiveId" clId="{66FAA10A-858A-4901-9BC4-4A708FC6DA4A}" dt="2026-10-15T23:27:47.068" v="87" actId="26606"/>
          <ac:spMkLst>
            <pc:docMk/>
            <pc:sldMk cId="0" sldId="273"/>
            <ac:spMk id="25"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74"/>
        </pc:sldMkLst>
        <pc:spChg chg="mod">
          <ac:chgData name="Victor Sanchez" userId="26f73c70b2efd3e2" providerId="LiveId" clId="{66FAA10A-858A-4901-9BC4-4A708FC6DA4A}" dt="2026-10-15T23:27:47.068" v="87" actId="26606"/>
          <ac:spMkLst>
            <pc:docMk/>
            <pc:sldMk cId="0" sldId="274"/>
            <ac:spMk id="2" creationId="{00000000-0000-0000-0000-000000000000}"/>
          </ac:spMkLst>
        </pc:spChg>
        <pc:spChg chg="add mod">
          <ac:chgData name="Victor Sanchez" userId="26f73c70b2efd3e2" providerId="LiveId" clId="{66FAA10A-858A-4901-9BC4-4A708FC6DA4A}" dt="2026-10-15T23:27:47.068" v="87" actId="26606"/>
          <ac:spMkLst>
            <pc:docMk/>
            <pc:sldMk cId="0" sldId="274"/>
            <ac:spMk id="25"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75"/>
        </pc:sldMkLst>
        <pc:spChg chg="add mod">
          <ac:chgData name="Victor Sanchez" userId="26f73c70b2efd3e2" providerId="LiveId" clId="{66FAA10A-858A-4901-9BC4-4A708FC6DA4A}" dt="2026-10-15T23:27:47.068" v="87" actId="26606"/>
          <ac:spMkLst>
            <pc:docMk/>
            <pc:sldMk cId="0" sldId="275"/>
            <ac:spMk id="25"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76"/>
        </pc:sldMkLst>
        <pc:spChg chg="mod">
          <ac:chgData name="Victor Sanchez" userId="26f73c70b2efd3e2" providerId="LiveId" clId="{66FAA10A-858A-4901-9BC4-4A708FC6DA4A}" dt="2026-10-15T23:27:47.068" v="87" actId="26606"/>
          <ac:spMkLst>
            <pc:docMk/>
            <pc:sldMk cId="0" sldId="276"/>
            <ac:spMk id="2" creationId="{00000000-0000-0000-0000-000000000000}"/>
          </ac:spMkLst>
        </pc:spChg>
        <pc:spChg chg="add mod">
          <ac:chgData name="Victor Sanchez" userId="26f73c70b2efd3e2" providerId="LiveId" clId="{66FAA10A-858A-4901-9BC4-4A708FC6DA4A}" dt="2026-10-15T23:27:47.068" v="87" actId="26606"/>
          <ac:spMkLst>
            <pc:docMk/>
            <pc:sldMk cId="0" sldId="276"/>
            <ac:spMk id="25" creationId="{00000000-0000-0000-0000-000000000000}"/>
          </ac:spMkLst>
        </pc:spChg>
      </pc:sldChg>
      <pc:sldChg chg="modSp mod">
        <pc:chgData name="Victor Sanchez" userId="26f73c70b2efd3e2" providerId="LiveId" clId="{66FAA10A-858A-4901-9BC4-4A708FC6DA4A}" dt="2026-10-16T02:26:18.457" v="1492" actId="20577"/>
        <pc:sldMkLst>
          <pc:docMk/>
          <pc:sldMk cId="0" sldId="277"/>
        </pc:sldMkLst>
        <pc:spChg chg="mod">
          <ac:chgData name="Victor Sanchez" userId="26f73c70b2efd3e2" providerId="LiveId" clId="{66FAA10A-858A-4901-9BC4-4A708FC6DA4A}" dt="2026-10-16T02:26:18.457" v="1492" actId="20577"/>
          <ac:spMkLst>
            <pc:docMk/>
            <pc:sldMk cId="0" sldId="277"/>
            <ac:spMk id="3"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78"/>
        </pc:sldMkLst>
        <pc:spChg chg="mod">
          <ac:chgData name="Victor Sanchez" userId="26f73c70b2efd3e2" providerId="LiveId" clId="{66FAA10A-858A-4901-9BC4-4A708FC6DA4A}" dt="2026-10-15T23:27:47.068" v="87" actId="26606"/>
          <ac:spMkLst>
            <pc:docMk/>
            <pc:sldMk cId="0" sldId="278"/>
            <ac:spMk id="2" creationId="{00000000-0000-0000-0000-000000000000}"/>
          </ac:spMkLst>
        </pc:spChg>
        <pc:spChg chg="add mod">
          <ac:chgData name="Victor Sanchez" userId="26f73c70b2efd3e2" providerId="LiveId" clId="{66FAA10A-858A-4901-9BC4-4A708FC6DA4A}" dt="2026-10-15T23:27:47.068" v="87" actId="26606"/>
          <ac:spMkLst>
            <pc:docMk/>
            <pc:sldMk cId="0" sldId="278"/>
            <ac:spMk id="4" creationId="{00000000-0000-0000-0000-000000000000}"/>
          </ac:spMkLst>
        </pc:spChg>
      </pc:sldChg>
      <pc:sldChg chg="modSp del mod modClrScheme chgLayout">
        <pc:chgData name="Victor Sanchez" userId="26f73c70b2efd3e2" providerId="LiveId" clId="{66FAA10A-858A-4901-9BC4-4A708FC6DA4A}" dt="2026-10-16T02:25:54.342" v="1485" actId="47"/>
        <pc:sldMkLst>
          <pc:docMk/>
          <pc:sldMk cId="0" sldId="279"/>
        </pc:sldMkLst>
        <pc:spChg chg="mod">
          <ac:chgData name="Victor Sanchez" userId="26f73c70b2efd3e2" providerId="LiveId" clId="{66FAA10A-858A-4901-9BC4-4A708FC6DA4A}" dt="2026-10-15T23:27:47.068" v="87" actId="26606"/>
          <ac:spMkLst>
            <pc:docMk/>
            <pc:sldMk cId="0" sldId="279"/>
            <ac:spMk id="2" creationId="{00000000-0000-0000-0000-000000000000}"/>
          </ac:spMkLst>
        </pc:spChg>
        <pc:spChg chg="add mod">
          <ac:chgData name="Victor Sanchez" userId="26f73c70b2efd3e2" providerId="LiveId" clId="{66FAA10A-858A-4901-9BC4-4A708FC6DA4A}" dt="2026-10-15T23:27:47.068" v="87" actId="26606"/>
          <ac:spMkLst>
            <pc:docMk/>
            <pc:sldMk cId="0" sldId="279"/>
            <ac:spMk id="4" creationId="{00000000-0000-0000-0000-000000000000}"/>
          </ac:spMkLst>
        </pc:spChg>
      </pc:sldChg>
      <pc:sldChg chg="del">
        <pc:chgData name="Victor Sanchez" userId="26f73c70b2efd3e2" providerId="LiveId" clId="{66FAA10A-858A-4901-9BC4-4A708FC6DA4A}" dt="2026-10-16T02:25:59.368" v="1486" actId="47"/>
        <pc:sldMkLst>
          <pc:docMk/>
          <pc:sldMk cId="0" sldId="280"/>
        </pc:sldMkLst>
      </pc:sldChg>
      <pc:sldChg chg="modSp del mod modClrScheme chgLayout">
        <pc:chgData name="Victor Sanchez" userId="26f73c70b2efd3e2" providerId="LiveId" clId="{66FAA10A-858A-4901-9BC4-4A708FC6DA4A}" dt="2026-10-16T02:26:01.136" v="1487" actId="47"/>
        <pc:sldMkLst>
          <pc:docMk/>
          <pc:sldMk cId="0" sldId="281"/>
        </pc:sldMkLst>
        <pc:spChg chg="mod">
          <ac:chgData name="Victor Sanchez" userId="26f73c70b2efd3e2" providerId="LiveId" clId="{66FAA10A-858A-4901-9BC4-4A708FC6DA4A}" dt="2026-10-15T23:27:47.068" v="87" actId="26606"/>
          <ac:spMkLst>
            <pc:docMk/>
            <pc:sldMk cId="0" sldId="281"/>
            <ac:spMk id="2" creationId="{00000000-0000-0000-0000-000000000000}"/>
          </ac:spMkLst>
        </pc:spChg>
        <pc:spChg chg="add mod">
          <ac:chgData name="Victor Sanchez" userId="26f73c70b2efd3e2" providerId="LiveId" clId="{66FAA10A-858A-4901-9BC4-4A708FC6DA4A}" dt="2026-10-15T23:27:47.068" v="87" actId="26606"/>
          <ac:spMkLst>
            <pc:docMk/>
            <pc:sldMk cId="0" sldId="281"/>
            <ac:spMk id="4" creationId="{00000000-0000-0000-0000-000000000000}"/>
          </ac:spMkLst>
        </pc:spChg>
      </pc:sldChg>
      <pc:sldChg chg="modSp del mod modClrScheme chgLayout">
        <pc:chgData name="Victor Sanchez" userId="26f73c70b2efd3e2" providerId="LiveId" clId="{66FAA10A-858A-4901-9BC4-4A708FC6DA4A}" dt="2026-10-16T02:26:04.824" v="1488" actId="47"/>
        <pc:sldMkLst>
          <pc:docMk/>
          <pc:sldMk cId="0" sldId="282"/>
        </pc:sldMkLst>
        <pc:spChg chg="mod">
          <ac:chgData name="Victor Sanchez" userId="26f73c70b2efd3e2" providerId="LiveId" clId="{66FAA10A-858A-4901-9BC4-4A708FC6DA4A}" dt="2026-10-15T23:27:47.068" v="87" actId="26606"/>
          <ac:spMkLst>
            <pc:docMk/>
            <pc:sldMk cId="0" sldId="282"/>
            <ac:spMk id="2" creationId="{00000000-0000-0000-0000-000000000000}"/>
          </ac:spMkLst>
        </pc:spChg>
        <pc:spChg chg="add mod">
          <ac:chgData name="Victor Sanchez" userId="26f73c70b2efd3e2" providerId="LiveId" clId="{66FAA10A-858A-4901-9BC4-4A708FC6DA4A}" dt="2026-10-15T23:27:47.068" v="87" actId="26606"/>
          <ac:spMkLst>
            <pc:docMk/>
            <pc:sldMk cId="0" sldId="282"/>
            <ac:spMk id="25" creationId="{00000000-0000-0000-0000-000000000000}"/>
          </ac:spMkLst>
        </pc:spChg>
      </pc:sldChg>
      <pc:sldChg chg="add del">
        <pc:chgData name="Victor Sanchez" userId="26f73c70b2efd3e2" providerId="LiveId" clId="{66FAA10A-858A-4901-9BC4-4A708FC6DA4A}" dt="2026-10-16T01:33:24.470" v="1239" actId="47"/>
        <pc:sldMkLst>
          <pc:docMk/>
          <pc:sldMk cId="629383763" sldId="283"/>
        </pc:sldMkLst>
      </pc:sldChg>
      <pc:sldMasterChg chg="add addSldLayout delSldLayout modSldLayout sldLayoutOrd">
        <pc:chgData name="Victor Sanchez" userId="26f73c70b2efd3e2" providerId="LiveId" clId="{66FAA10A-858A-4901-9BC4-4A708FC6DA4A}" dt="2026-10-15T23:27:47.068" v="87" actId="26606"/>
        <pc:sldMasterMkLst>
          <pc:docMk/>
          <pc:sldMasterMk cId="0" sldId="2147483648"/>
        </pc:sldMasterMkLst>
        <pc:sldLayoutChg chg="mod">
          <pc:chgData name="Victor Sanchez" userId="26f73c70b2efd3e2" providerId="LiveId" clId="{66FAA10A-858A-4901-9BC4-4A708FC6DA4A}" dt="2026-10-15T23:27:47.068" v="87" actId="26606"/>
          <pc:sldLayoutMkLst>
            <pc:docMk/>
            <pc:sldMasterMk cId="0" sldId="2147483648"/>
            <pc:sldLayoutMk cId="0" sldId="2147483649"/>
          </pc:sldLayoutMkLst>
        </pc:sldLayoutChg>
        <pc:sldLayoutChg chg="mod">
          <pc:chgData name="Victor Sanchez" userId="26f73c70b2efd3e2" providerId="LiveId" clId="{66FAA10A-858A-4901-9BC4-4A708FC6DA4A}" dt="2026-10-15T23:27:47.068" v="87" actId="26606"/>
          <pc:sldLayoutMkLst>
            <pc:docMk/>
            <pc:sldMasterMk cId="0" sldId="2147483648"/>
            <pc:sldLayoutMk cId="0" sldId="2147483650"/>
          </pc:sldLayoutMkLst>
        </pc:sldLayoutChg>
        <pc:sldLayoutChg chg="mod">
          <pc:chgData name="Victor Sanchez" userId="26f73c70b2efd3e2" providerId="LiveId" clId="{66FAA10A-858A-4901-9BC4-4A708FC6DA4A}" dt="2026-10-15T23:27:47.068" v="87" actId="26606"/>
          <pc:sldLayoutMkLst>
            <pc:docMk/>
            <pc:sldMasterMk cId="0" sldId="2147483648"/>
            <pc:sldLayoutMk cId="0" sldId="2147483651"/>
          </pc:sldLayoutMkLst>
        </pc:sldLayoutChg>
        <pc:sldLayoutChg chg="add">
          <pc:chgData name="Victor Sanchez" userId="26f73c70b2efd3e2" providerId="LiveId" clId="{66FAA10A-858A-4901-9BC4-4A708FC6DA4A}" dt="2026-10-15T23:27:47.068" v="87" actId="26606"/>
          <pc:sldLayoutMkLst>
            <pc:docMk/>
            <pc:sldMasterMk cId="0" sldId="2147483648"/>
            <pc:sldLayoutMk cId="0" sldId="2147483652"/>
          </pc:sldLayoutMkLst>
        </pc:sldLayoutChg>
        <pc:sldLayoutChg chg="add">
          <pc:chgData name="Victor Sanchez" userId="26f73c70b2efd3e2" providerId="LiveId" clId="{66FAA10A-858A-4901-9BC4-4A708FC6DA4A}" dt="2026-10-15T23:27:47.068" v="87" actId="26606"/>
          <pc:sldLayoutMkLst>
            <pc:docMk/>
            <pc:sldMasterMk cId="0" sldId="2147483648"/>
            <pc:sldLayoutMk cId="0" sldId="2147483653"/>
          </pc:sldLayoutMkLst>
        </pc:sldLayoutChg>
        <pc:sldLayoutChg chg="modSp del mod ord">
          <pc:chgData name="Victor Sanchez" userId="26f73c70b2efd3e2" providerId="LiveId" clId="{66FAA10A-858A-4901-9BC4-4A708FC6DA4A}" dt="2026-10-15T23:27:47.068" v="87" actId="26606"/>
          <pc:sldLayoutMkLst>
            <pc:docMk/>
            <pc:sldMasterMk cId="0" sldId="2147483648"/>
            <pc:sldLayoutMk cId="0" sldId="2147483655"/>
          </pc:sldLayoutMkLst>
          <pc:spChg chg="mod">
            <ac:chgData name="Victor Sanchez" userId="26f73c70b2efd3e2" providerId="LiveId" clId="{66FAA10A-858A-4901-9BC4-4A708FC6DA4A}" dt="2026-10-15T23:27:47.068" v="87" actId="26606"/>
            <ac:spMkLst>
              <pc:docMk/>
              <pc:sldMasterMk cId="0" sldId="2147483648"/>
              <pc:sldLayoutMk cId="0" sldId="2147483655"/>
              <ac:spMk id="2" creationId="{00000000-0000-0000-0000-000000000000}"/>
            </ac:spMkLst>
          </pc:spChg>
          <pc:spChg chg="mod">
            <ac:chgData name="Victor Sanchez" userId="26f73c70b2efd3e2" providerId="LiveId" clId="{66FAA10A-858A-4901-9BC4-4A708FC6DA4A}" dt="2026-10-15T23:27:47.068" v="87" actId="26606"/>
            <ac:spMkLst>
              <pc:docMk/>
              <pc:sldMasterMk cId="0" sldId="2147483648"/>
              <pc:sldLayoutMk cId="0" sldId="2147483655"/>
              <ac:spMk id="25" creationId="{00000000-0000-0000-0000-000000000000}"/>
            </ac:spMkLst>
          </pc:spChg>
        </pc:sldLayoutChg>
        <pc:sldLayoutChg chg="modSp del mod ord">
          <pc:chgData name="Victor Sanchez" userId="26f73c70b2efd3e2" providerId="LiveId" clId="{66FAA10A-858A-4901-9BC4-4A708FC6DA4A}" dt="2026-10-15T23:27:47.068" v="87" actId="26606"/>
          <pc:sldLayoutMkLst>
            <pc:docMk/>
            <pc:sldMasterMk cId="0" sldId="2147483648"/>
            <pc:sldLayoutMk cId="0" sldId="2147483656"/>
          </pc:sldLayoutMkLst>
          <pc:spChg chg="mod">
            <ac:chgData name="Victor Sanchez" userId="26f73c70b2efd3e2" providerId="LiveId" clId="{66FAA10A-858A-4901-9BC4-4A708FC6DA4A}" dt="2026-10-15T23:27:47.068" v="87" actId="26606"/>
            <ac:spMkLst>
              <pc:docMk/>
              <pc:sldMasterMk cId="0" sldId="2147483648"/>
              <pc:sldLayoutMk cId="0" sldId="2147483656"/>
              <ac:spMk id="25" creationId="{00000000-0000-0000-0000-000000000000}"/>
            </ac:spMkLst>
          </pc:spChg>
        </pc:sldLayoutChg>
      </pc:sldMasterChg>
      <pc:sldMasterChg chg="add del replId addSldLayout delSldLayout modSldLayout sldLayoutOrd">
        <pc:chgData name="Victor Sanchez" userId="26f73c70b2efd3e2" providerId="LiveId" clId="{66FAA10A-858A-4901-9BC4-4A708FC6DA4A}" dt="2026-10-15T23:25:16.834" v="83" actId="26606"/>
        <pc:sldMasterMkLst>
          <pc:docMk/>
          <pc:sldMasterMk cId="0" sldId="2147483648"/>
        </pc:sldMasterMkLst>
        <pc:sldLayoutChg chg="mod ord">
          <pc:chgData name="Victor Sanchez" userId="26f73c70b2efd3e2" providerId="LiveId" clId="{66FAA10A-858A-4901-9BC4-4A708FC6DA4A}" dt="2026-10-15T23:24:10.756" v="80" actId="26606"/>
          <pc:sldLayoutMkLst>
            <pc:docMk/>
            <pc:sldMasterMk cId="0" sldId="2147483648"/>
            <pc:sldLayoutMk cId="0" sldId="2147483649"/>
          </pc:sldLayoutMkLst>
        </pc:sldLayoutChg>
        <pc:sldLayoutChg chg="modSp mod ord">
          <pc:chgData name="Victor Sanchez" userId="26f73c70b2efd3e2" providerId="LiveId" clId="{66FAA10A-858A-4901-9BC4-4A708FC6DA4A}" dt="2026-10-15T23:24:10.756" v="80" actId="26606"/>
          <pc:sldLayoutMkLst>
            <pc:docMk/>
            <pc:sldMasterMk cId="0" sldId="2147483648"/>
            <pc:sldLayoutMk cId="0" sldId="2147483650"/>
          </pc:sldLayoutMkLst>
          <pc:spChg chg="mod">
            <ac:chgData name="Victor Sanchez" userId="26f73c70b2efd3e2" providerId="LiveId" clId="{66FAA10A-858A-4901-9BC4-4A708FC6DA4A}" dt="2026-10-15T23:24:10.756" v="80" actId="26606"/>
            <ac:spMkLst>
              <pc:docMk/>
              <pc:sldMasterMk cId="0" sldId="2147483648"/>
              <pc:sldLayoutMk cId="0" sldId="2147483650"/>
              <ac:spMk id="2" creationId="{00000000-0000-0000-0000-000000000000}"/>
            </ac:spMkLst>
          </pc:spChg>
          <pc:spChg chg="mod">
            <ac:chgData name="Victor Sanchez" userId="26f73c70b2efd3e2" providerId="LiveId" clId="{66FAA10A-858A-4901-9BC4-4A708FC6DA4A}" dt="2026-10-15T23:24:10.756" v="80" actId="26606"/>
            <ac:spMkLst>
              <pc:docMk/>
              <pc:sldMasterMk cId="0" sldId="2147483648"/>
              <pc:sldLayoutMk cId="0" sldId="2147483650"/>
              <ac:spMk id="3" creationId="{00000000-0000-0000-0000-000000000000}"/>
            </ac:spMkLst>
          </pc:spChg>
        </pc:sldLayoutChg>
        <pc:sldLayoutChg chg="modSp mod ord">
          <pc:chgData name="Victor Sanchez" userId="26f73c70b2efd3e2" providerId="LiveId" clId="{66FAA10A-858A-4901-9BC4-4A708FC6DA4A}" dt="2026-10-15T23:24:10.756" v="80" actId="26606"/>
          <pc:sldLayoutMkLst>
            <pc:docMk/>
            <pc:sldMasterMk cId="0" sldId="2147483648"/>
            <pc:sldLayoutMk cId="0" sldId="2147483651"/>
          </pc:sldLayoutMkLst>
          <pc:spChg chg="mod">
            <ac:chgData name="Victor Sanchez" userId="26f73c70b2efd3e2" providerId="LiveId" clId="{66FAA10A-858A-4901-9BC4-4A708FC6DA4A}" dt="2026-10-15T23:24:10.756" v="80" actId="26606"/>
            <ac:spMkLst>
              <pc:docMk/>
              <pc:sldMasterMk cId="0" sldId="2147483648"/>
              <pc:sldLayoutMk cId="0" sldId="2147483651"/>
              <ac:spMk id="2" creationId="{00000000-0000-0000-0000-000000000000}"/>
            </ac:spMkLst>
          </pc:spChg>
          <pc:spChg chg="mod">
            <ac:chgData name="Victor Sanchez" userId="26f73c70b2efd3e2" providerId="LiveId" clId="{66FAA10A-858A-4901-9BC4-4A708FC6DA4A}" dt="2026-10-15T23:24:10.756" v="80" actId="26606"/>
            <ac:spMkLst>
              <pc:docMk/>
              <pc:sldMasterMk cId="0" sldId="2147483648"/>
              <pc:sldLayoutMk cId="0" sldId="2147483651"/>
              <ac:spMk id="3" creationId="{00000000-0000-0000-0000-000000000000}"/>
            </ac:spMkLst>
          </pc:spChg>
        </pc:sldLayoutChg>
        <pc:sldLayoutChg chg="modSp add del mod ord replId">
          <pc:chgData name="Victor Sanchez" userId="26f73c70b2efd3e2" providerId="LiveId" clId="{66FAA10A-858A-4901-9BC4-4A708FC6DA4A}" dt="2026-10-15T23:25:16.834" v="83" actId="26606"/>
          <pc:sldLayoutMkLst>
            <pc:docMk/>
            <pc:sldMasterMk cId="0" sldId="2147483648"/>
            <pc:sldLayoutMk cId="0" sldId="2147483652"/>
          </pc:sldLayoutMkLst>
          <pc:spChg chg="mod">
            <ac:chgData name="Victor Sanchez" userId="26f73c70b2efd3e2" providerId="LiveId" clId="{66FAA10A-858A-4901-9BC4-4A708FC6DA4A}" dt="2026-10-15T23:25:16.834" v="83" actId="26606"/>
            <ac:spMkLst>
              <pc:docMk/>
              <pc:sldMasterMk cId="0" sldId="2147483648"/>
              <pc:sldLayoutMk cId="0" sldId="2147483652"/>
              <ac:spMk id="2" creationId="{00000000-0000-0000-0000-000000000000}"/>
            </ac:spMkLst>
          </pc:spChg>
          <pc:spChg chg="mod">
            <ac:chgData name="Victor Sanchez" userId="26f73c70b2efd3e2" providerId="LiveId" clId="{66FAA10A-858A-4901-9BC4-4A708FC6DA4A}" dt="2026-10-15T23:25:16.834" v="83" actId="26606"/>
            <ac:spMkLst>
              <pc:docMk/>
              <pc:sldMasterMk cId="0" sldId="2147483648"/>
              <pc:sldLayoutMk cId="0" sldId="2147483652"/>
              <ac:spMk id="25" creationId="{00000000-0000-0000-0000-000000000000}"/>
            </ac:spMkLst>
          </pc:spChg>
        </pc:sldLayoutChg>
        <pc:sldLayoutChg chg="modSp add del mod ord replId">
          <pc:chgData name="Victor Sanchez" userId="26f73c70b2efd3e2" providerId="LiveId" clId="{66FAA10A-858A-4901-9BC4-4A708FC6DA4A}" dt="2026-10-15T23:25:16.834" v="83" actId="26606"/>
          <pc:sldLayoutMkLst>
            <pc:docMk/>
            <pc:sldMasterMk cId="0" sldId="2147483648"/>
            <pc:sldLayoutMk cId="0" sldId="2147483653"/>
          </pc:sldLayoutMkLst>
          <pc:spChg chg="mod">
            <ac:chgData name="Victor Sanchez" userId="26f73c70b2efd3e2" providerId="LiveId" clId="{66FAA10A-858A-4901-9BC4-4A708FC6DA4A}" dt="2026-10-15T23:25:16.834" v="83" actId="26606"/>
            <ac:spMkLst>
              <pc:docMk/>
              <pc:sldMasterMk cId="0" sldId="2147483648"/>
              <pc:sldLayoutMk cId="0" sldId="2147483653"/>
              <ac:spMk id="25" creationId="{00000000-0000-0000-0000-000000000000}"/>
            </ac:spMkLst>
          </pc:spChg>
        </pc:sldLayoutChg>
        <pc:sldLayoutChg chg="modSp del mod ord replId">
          <pc:chgData name="Victor Sanchez" userId="26f73c70b2efd3e2" providerId="LiveId" clId="{66FAA10A-858A-4901-9BC4-4A708FC6DA4A}" dt="2026-10-15T23:25:16.834" v="83" actId="26606"/>
          <pc:sldLayoutMkLst>
            <pc:docMk/>
            <pc:sldMasterMk cId="0" sldId="2147483648"/>
            <pc:sldLayoutMk cId="0" sldId="2147483655"/>
          </pc:sldLayoutMkLst>
          <pc:spChg chg="mod">
            <ac:chgData name="Victor Sanchez" userId="26f73c70b2efd3e2" providerId="LiveId" clId="{66FAA10A-858A-4901-9BC4-4A708FC6DA4A}" dt="2026-10-15T23:24:10.756" v="80" actId="26606"/>
            <ac:spMkLst>
              <pc:docMk/>
              <pc:sldMasterMk cId="0" sldId="2147483648"/>
              <pc:sldLayoutMk cId="0" sldId="2147483655"/>
              <ac:spMk id="2" creationId="{00000000-0000-0000-0000-000000000000}"/>
            </ac:spMkLst>
          </pc:spChg>
          <pc:spChg chg="mod">
            <ac:chgData name="Victor Sanchez" userId="26f73c70b2efd3e2" providerId="LiveId" clId="{66FAA10A-858A-4901-9BC4-4A708FC6DA4A}" dt="2026-10-15T23:24:10.756" v="80" actId="26606"/>
            <ac:spMkLst>
              <pc:docMk/>
              <pc:sldMasterMk cId="0" sldId="2147483648"/>
              <pc:sldLayoutMk cId="0" sldId="2147483655"/>
              <ac:spMk id="25" creationId="{00000000-0000-0000-0000-000000000000}"/>
            </ac:spMkLst>
          </pc:spChg>
        </pc:sldLayoutChg>
        <pc:sldLayoutChg chg="modSp del mod ord replId">
          <pc:chgData name="Victor Sanchez" userId="26f73c70b2efd3e2" providerId="LiveId" clId="{66FAA10A-858A-4901-9BC4-4A708FC6DA4A}" dt="2026-10-15T23:25:16.834" v="83" actId="26606"/>
          <pc:sldLayoutMkLst>
            <pc:docMk/>
            <pc:sldMasterMk cId="0" sldId="2147483648"/>
            <pc:sldLayoutMk cId="0" sldId="2147483656"/>
          </pc:sldLayoutMkLst>
          <pc:spChg chg="mod">
            <ac:chgData name="Victor Sanchez" userId="26f73c70b2efd3e2" providerId="LiveId" clId="{66FAA10A-858A-4901-9BC4-4A708FC6DA4A}" dt="2026-10-15T23:24:10.756" v="80" actId="26606"/>
            <ac:spMkLst>
              <pc:docMk/>
              <pc:sldMasterMk cId="0" sldId="2147483648"/>
              <pc:sldLayoutMk cId="0" sldId="2147483656"/>
              <ac:spMk id="25" creationId="{00000000-0000-0000-0000-000000000000}"/>
            </ac:spMkLst>
          </pc:spChg>
        </pc:sldLayoutChg>
      </pc:sldMasterChg>
      <pc:sldMasterChg chg="add del addSldLayout delSldLayout modSldLayout sldLayoutOrd">
        <pc:chgData name="Victor Sanchez" userId="26f73c70b2efd3e2" providerId="LiveId" clId="{66FAA10A-858A-4901-9BC4-4A708FC6DA4A}" dt="2026-10-15T23:25:16.834" v="83" actId="26606"/>
        <pc:sldMasterMkLst>
          <pc:docMk/>
          <pc:sldMasterMk cId="0" sldId="2147483648"/>
        </pc:sldMasterMkLst>
        <pc:sldLayoutChg chg="mod ord">
          <pc:chgData name="Victor Sanchez" userId="26f73c70b2efd3e2" providerId="LiveId" clId="{66FAA10A-858A-4901-9BC4-4A708FC6DA4A}" dt="2026-10-15T23:24:36.007" v="82" actId="26606"/>
          <pc:sldLayoutMkLst>
            <pc:docMk/>
            <pc:sldMasterMk cId="0" sldId="2147483648"/>
            <pc:sldLayoutMk cId="0" sldId="2147483649"/>
          </pc:sldLayoutMkLst>
        </pc:sldLayoutChg>
        <pc:sldLayoutChg chg="modSp mod ord">
          <pc:chgData name="Victor Sanchez" userId="26f73c70b2efd3e2" providerId="LiveId" clId="{66FAA10A-858A-4901-9BC4-4A708FC6DA4A}" dt="2026-10-15T23:24:36.007" v="82" actId="26606"/>
          <pc:sldLayoutMkLst>
            <pc:docMk/>
            <pc:sldMasterMk cId="0" sldId="2147483648"/>
            <pc:sldLayoutMk cId="0" sldId="2147483650"/>
          </pc:sldLayoutMkLst>
          <pc:spChg chg="mod">
            <ac:chgData name="Victor Sanchez" userId="26f73c70b2efd3e2" providerId="LiveId" clId="{66FAA10A-858A-4901-9BC4-4A708FC6DA4A}" dt="2026-10-15T23:24:36.007" v="82" actId="26606"/>
            <ac:spMkLst>
              <pc:docMk/>
              <pc:sldMasterMk cId="0" sldId="2147483648"/>
              <pc:sldLayoutMk cId="0" sldId="2147483650"/>
              <ac:spMk id="2" creationId="{00000000-0000-0000-0000-000000000000}"/>
            </ac:spMkLst>
          </pc:spChg>
          <pc:spChg chg="mod">
            <ac:chgData name="Victor Sanchez" userId="26f73c70b2efd3e2" providerId="LiveId" clId="{66FAA10A-858A-4901-9BC4-4A708FC6DA4A}" dt="2026-10-15T23:24:36.007" v="82" actId="26606"/>
            <ac:spMkLst>
              <pc:docMk/>
              <pc:sldMasterMk cId="0" sldId="2147483648"/>
              <pc:sldLayoutMk cId="0" sldId="2147483650"/>
              <ac:spMk id="3" creationId="{00000000-0000-0000-0000-000000000000}"/>
            </ac:spMkLst>
          </pc:spChg>
        </pc:sldLayoutChg>
        <pc:sldLayoutChg chg="modSp mod ord">
          <pc:chgData name="Victor Sanchez" userId="26f73c70b2efd3e2" providerId="LiveId" clId="{66FAA10A-858A-4901-9BC4-4A708FC6DA4A}" dt="2026-10-15T23:24:36.007" v="82" actId="26606"/>
          <pc:sldLayoutMkLst>
            <pc:docMk/>
            <pc:sldMasterMk cId="0" sldId="2147483648"/>
            <pc:sldLayoutMk cId="0" sldId="2147483651"/>
          </pc:sldLayoutMkLst>
          <pc:spChg chg="mod">
            <ac:chgData name="Victor Sanchez" userId="26f73c70b2efd3e2" providerId="LiveId" clId="{66FAA10A-858A-4901-9BC4-4A708FC6DA4A}" dt="2026-10-15T23:24:36.007" v="82" actId="26606"/>
            <ac:spMkLst>
              <pc:docMk/>
              <pc:sldMasterMk cId="0" sldId="2147483648"/>
              <pc:sldLayoutMk cId="0" sldId="2147483651"/>
              <ac:spMk id="2" creationId="{00000000-0000-0000-0000-000000000000}"/>
            </ac:spMkLst>
          </pc:spChg>
          <pc:spChg chg="mod">
            <ac:chgData name="Victor Sanchez" userId="26f73c70b2efd3e2" providerId="LiveId" clId="{66FAA10A-858A-4901-9BC4-4A708FC6DA4A}" dt="2026-10-15T23:24:36.007" v="82" actId="26606"/>
            <ac:spMkLst>
              <pc:docMk/>
              <pc:sldMasterMk cId="0" sldId="2147483648"/>
              <pc:sldLayoutMk cId="0" sldId="2147483651"/>
              <ac:spMk id="3" creationId="{00000000-0000-0000-0000-000000000000}"/>
            </ac:spMkLst>
          </pc:spChg>
        </pc:sldLayoutChg>
        <pc:sldLayoutChg chg="modSp del mod ord">
          <pc:chgData name="Victor Sanchez" userId="26f73c70b2efd3e2" providerId="LiveId" clId="{66FAA10A-858A-4901-9BC4-4A708FC6DA4A}" dt="2026-10-15T23:24:36.007" v="82" actId="26606"/>
          <pc:sldLayoutMkLst>
            <pc:docMk/>
            <pc:sldMasterMk cId="0" sldId="2147483648"/>
            <pc:sldLayoutMk cId="0" sldId="2147483652"/>
          </pc:sldLayoutMkLst>
          <pc:spChg chg="mod">
            <ac:chgData name="Victor Sanchez" userId="26f73c70b2efd3e2" providerId="LiveId" clId="{66FAA10A-858A-4901-9BC4-4A708FC6DA4A}" dt="2026-10-15T23:24:36.007" v="82" actId="26606"/>
            <ac:spMkLst>
              <pc:docMk/>
              <pc:sldMasterMk cId="0" sldId="2147483648"/>
              <pc:sldLayoutMk cId="0" sldId="2147483652"/>
              <ac:spMk id="2" creationId="{00000000-0000-0000-0000-000000000000}"/>
            </ac:spMkLst>
          </pc:spChg>
          <pc:spChg chg="mod">
            <ac:chgData name="Victor Sanchez" userId="26f73c70b2efd3e2" providerId="LiveId" clId="{66FAA10A-858A-4901-9BC4-4A708FC6DA4A}" dt="2026-10-15T23:24:36.007" v="82" actId="26606"/>
            <ac:spMkLst>
              <pc:docMk/>
              <pc:sldMasterMk cId="0" sldId="2147483648"/>
              <pc:sldLayoutMk cId="0" sldId="2147483652"/>
              <ac:spMk id="25" creationId="{00000000-0000-0000-0000-000000000000}"/>
            </ac:spMkLst>
          </pc:spChg>
        </pc:sldLayoutChg>
        <pc:sldLayoutChg chg="add del">
          <pc:chgData name="Victor Sanchez" userId="26f73c70b2efd3e2" providerId="LiveId" clId="{66FAA10A-858A-4901-9BC4-4A708FC6DA4A}" dt="2026-10-15T23:25:16.834" v="83" actId="26606"/>
          <pc:sldLayoutMkLst>
            <pc:docMk/>
            <pc:sldMasterMk cId="0" sldId="2147483648"/>
            <pc:sldLayoutMk cId="0" sldId="2147483652"/>
          </pc:sldLayoutMkLst>
        </pc:sldLayoutChg>
        <pc:sldLayoutChg chg="modSp del mod ord">
          <pc:chgData name="Victor Sanchez" userId="26f73c70b2efd3e2" providerId="LiveId" clId="{66FAA10A-858A-4901-9BC4-4A708FC6DA4A}" dt="2026-10-15T23:24:36.007" v="82" actId="26606"/>
          <pc:sldLayoutMkLst>
            <pc:docMk/>
            <pc:sldMasterMk cId="0" sldId="2147483648"/>
            <pc:sldLayoutMk cId="0" sldId="2147483653"/>
          </pc:sldLayoutMkLst>
          <pc:spChg chg="mod">
            <ac:chgData name="Victor Sanchez" userId="26f73c70b2efd3e2" providerId="LiveId" clId="{66FAA10A-858A-4901-9BC4-4A708FC6DA4A}" dt="2026-10-15T23:24:36.007" v="82" actId="26606"/>
            <ac:spMkLst>
              <pc:docMk/>
              <pc:sldMasterMk cId="0" sldId="2147483648"/>
              <pc:sldLayoutMk cId="0" sldId="2147483653"/>
              <ac:spMk id="25" creationId="{00000000-0000-0000-0000-000000000000}"/>
            </ac:spMkLst>
          </pc:spChg>
        </pc:sldLayoutChg>
        <pc:sldLayoutChg chg="add del">
          <pc:chgData name="Victor Sanchez" userId="26f73c70b2efd3e2" providerId="LiveId" clId="{66FAA10A-858A-4901-9BC4-4A708FC6DA4A}" dt="2026-10-15T23:25:16.834" v="83" actId="26606"/>
          <pc:sldLayoutMkLst>
            <pc:docMk/>
            <pc:sldMasterMk cId="0" sldId="2147483648"/>
            <pc:sldLayoutMk cId="0" sldId="2147483653"/>
          </pc:sldLayoutMkLst>
        </pc:sldLayoutChg>
      </pc:sldMasterChg>
      <pc:sldMasterChg chg="add modSldLayout sldLayoutOrd">
        <pc:chgData name="Victor Sanchez" userId="26f73c70b2efd3e2" providerId="LiveId" clId="{66FAA10A-858A-4901-9BC4-4A708FC6DA4A}" dt="2026-10-15T23:27:47.068" v="87" actId="26606"/>
        <pc:sldMasterMkLst>
          <pc:docMk/>
          <pc:sldMasterMk cId="0" sldId="2147483648"/>
        </pc:sldMasterMkLst>
        <pc:sldLayoutChg chg="mod ord">
          <pc:chgData name="Victor Sanchez" userId="26f73c70b2efd3e2" providerId="LiveId" clId="{66FAA10A-858A-4901-9BC4-4A708FC6DA4A}" dt="2026-10-15T23:27:47.068" v="87" actId="26606"/>
          <pc:sldLayoutMkLst>
            <pc:docMk/>
            <pc:sldMasterMk cId="0" sldId="2147483648"/>
            <pc:sldLayoutMk cId="0" sldId="2147483649"/>
          </pc:sldLayoutMkLst>
        </pc:sldLayoutChg>
        <pc:sldLayoutChg chg="modSp mod ord">
          <pc:chgData name="Victor Sanchez" userId="26f73c70b2efd3e2" providerId="LiveId" clId="{66FAA10A-858A-4901-9BC4-4A708FC6DA4A}" dt="2026-10-15T23:27:47.068" v="87" actId="26606"/>
          <pc:sldLayoutMkLst>
            <pc:docMk/>
            <pc:sldMasterMk cId="0" sldId="2147483648"/>
            <pc:sldLayoutMk cId="0" sldId="2147483650"/>
          </pc:sldLayoutMkLst>
          <pc:spChg chg="mod">
            <ac:chgData name="Victor Sanchez" userId="26f73c70b2efd3e2" providerId="LiveId" clId="{66FAA10A-858A-4901-9BC4-4A708FC6DA4A}" dt="2026-10-15T23:27:47.068" v="87" actId="26606"/>
            <ac:spMkLst>
              <pc:docMk/>
              <pc:sldMasterMk cId="0" sldId="2147483648"/>
              <pc:sldLayoutMk cId="0" sldId="2147483650"/>
              <ac:spMk id="2" creationId="{00000000-0000-0000-0000-000000000000}"/>
            </ac:spMkLst>
          </pc:spChg>
          <pc:spChg chg="mod">
            <ac:chgData name="Victor Sanchez" userId="26f73c70b2efd3e2" providerId="LiveId" clId="{66FAA10A-858A-4901-9BC4-4A708FC6DA4A}" dt="2026-10-15T23:27:47.068" v="87" actId="26606"/>
            <ac:spMkLst>
              <pc:docMk/>
              <pc:sldMasterMk cId="0" sldId="2147483648"/>
              <pc:sldLayoutMk cId="0" sldId="2147483650"/>
              <ac:spMk id="3" creationId="{00000000-0000-0000-0000-000000000000}"/>
            </ac:spMkLst>
          </pc:spChg>
        </pc:sldLayoutChg>
        <pc:sldLayoutChg chg="modSp mod ord">
          <pc:chgData name="Victor Sanchez" userId="26f73c70b2efd3e2" providerId="LiveId" clId="{66FAA10A-858A-4901-9BC4-4A708FC6DA4A}" dt="2026-10-15T23:27:47.068" v="87" actId="26606"/>
          <pc:sldLayoutMkLst>
            <pc:docMk/>
            <pc:sldMasterMk cId="0" sldId="2147483648"/>
            <pc:sldLayoutMk cId="0" sldId="2147483651"/>
          </pc:sldLayoutMkLst>
          <pc:spChg chg="mod">
            <ac:chgData name="Victor Sanchez" userId="26f73c70b2efd3e2" providerId="LiveId" clId="{66FAA10A-858A-4901-9BC4-4A708FC6DA4A}" dt="2026-10-15T23:27:47.068" v="87" actId="26606"/>
            <ac:spMkLst>
              <pc:docMk/>
              <pc:sldMasterMk cId="0" sldId="2147483648"/>
              <pc:sldLayoutMk cId="0" sldId="2147483651"/>
              <ac:spMk id="2" creationId="{00000000-0000-0000-0000-000000000000}"/>
            </ac:spMkLst>
          </pc:spChg>
          <pc:spChg chg="mod">
            <ac:chgData name="Victor Sanchez" userId="26f73c70b2efd3e2" providerId="LiveId" clId="{66FAA10A-858A-4901-9BC4-4A708FC6DA4A}" dt="2026-10-15T23:27:47.068" v="87" actId="26606"/>
            <ac:spMkLst>
              <pc:docMk/>
              <pc:sldMasterMk cId="0" sldId="2147483648"/>
              <pc:sldLayoutMk cId="0" sldId="2147483651"/>
              <ac:spMk id="3" creationId="{00000000-0000-0000-0000-000000000000}"/>
            </ac:spMkLst>
          </pc:spChg>
        </pc:sldLayoutChg>
        <pc:sldLayoutChg chg="modSp add mod ord">
          <pc:chgData name="Victor Sanchez" userId="26f73c70b2efd3e2" providerId="LiveId" clId="{66FAA10A-858A-4901-9BC4-4A708FC6DA4A}" dt="2026-10-15T23:27:24.825" v="85" actId="26606"/>
          <pc:sldLayoutMkLst>
            <pc:docMk/>
            <pc:sldMasterMk cId="0" sldId="2147483648"/>
            <pc:sldLayoutMk cId="0" sldId="2147483652"/>
          </pc:sldLayoutMkLst>
          <pc:spChg chg="mod">
            <ac:chgData name="Victor Sanchez" userId="26f73c70b2efd3e2" providerId="LiveId" clId="{66FAA10A-858A-4901-9BC4-4A708FC6DA4A}" dt="2026-10-15T23:27:24.825" v="85" actId="26606"/>
            <ac:spMkLst>
              <pc:docMk/>
              <pc:sldMasterMk cId="0" sldId="2147483648"/>
              <pc:sldLayoutMk cId="0" sldId="2147483652"/>
              <ac:spMk id="2" creationId="{00000000-0000-0000-0000-000000000000}"/>
            </ac:spMkLst>
          </pc:spChg>
          <pc:spChg chg="mod">
            <ac:chgData name="Victor Sanchez" userId="26f73c70b2efd3e2" providerId="LiveId" clId="{66FAA10A-858A-4901-9BC4-4A708FC6DA4A}" dt="2026-10-15T23:27:24.825" v="85" actId="26606"/>
            <ac:spMkLst>
              <pc:docMk/>
              <pc:sldMasterMk cId="0" sldId="2147483648"/>
              <pc:sldLayoutMk cId="0" sldId="2147483652"/>
              <ac:spMk id="25" creationId="{00000000-0000-0000-0000-000000000000}"/>
            </ac:spMkLst>
          </pc:spChg>
        </pc:sldLayoutChg>
        <pc:sldLayoutChg chg="modSp add mod ord">
          <pc:chgData name="Victor Sanchez" userId="26f73c70b2efd3e2" providerId="LiveId" clId="{66FAA10A-858A-4901-9BC4-4A708FC6DA4A}" dt="2026-10-15T23:27:24.825" v="85" actId="26606"/>
          <pc:sldLayoutMkLst>
            <pc:docMk/>
            <pc:sldMasterMk cId="0" sldId="2147483648"/>
            <pc:sldLayoutMk cId="0" sldId="2147483653"/>
          </pc:sldLayoutMkLst>
          <pc:spChg chg="mod">
            <ac:chgData name="Victor Sanchez" userId="26f73c70b2efd3e2" providerId="LiveId" clId="{66FAA10A-858A-4901-9BC4-4A708FC6DA4A}" dt="2026-10-15T23:27:24.825" v="85" actId="26606"/>
            <ac:spMkLst>
              <pc:docMk/>
              <pc:sldMasterMk cId="0" sldId="2147483648"/>
              <pc:sldLayoutMk cId="0" sldId="2147483653"/>
              <ac:spMk id="25" creationId="{00000000-0000-0000-0000-000000000000}"/>
            </ac:spMkLst>
          </pc:spChg>
        </pc:sldLayoutChg>
      </pc:sldMasterChg>
      <pc:sldMasterChg chg="del replId modSldLayout sldLayoutOrd">
        <pc:chgData name="Victor Sanchez" userId="26f73c70b2efd3e2" providerId="LiveId" clId="{66FAA10A-858A-4901-9BC4-4A708FC6DA4A}" dt="2026-10-15T23:25:16.834" v="83" actId="26606"/>
        <pc:sldMasterMkLst>
          <pc:docMk/>
          <pc:sldMasterMk cId="0" sldId="2147483654"/>
        </pc:sldMasterMkLst>
        <pc:sldLayoutChg chg="replId">
          <pc:chgData name="Victor Sanchez" userId="26f73c70b2efd3e2" providerId="LiveId" clId="{66FAA10A-858A-4901-9BC4-4A708FC6DA4A}" dt="2026-10-15T23:24:10.675" v="79" actId="26606"/>
          <pc:sldLayoutMkLst>
            <pc:docMk/>
            <pc:sldMasterMk cId="0" sldId="2147483648"/>
            <pc:sldLayoutMk cId="0" sldId="2147483655"/>
          </pc:sldLayoutMkLst>
        </pc:sldLayoutChg>
        <pc:sldLayoutChg chg="replId">
          <pc:chgData name="Victor Sanchez" userId="26f73c70b2efd3e2" providerId="LiveId" clId="{66FAA10A-858A-4901-9BC4-4A708FC6DA4A}" dt="2026-10-15T23:24:10.675" v="79" actId="26606"/>
          <pc:sldLayoutMkLst>
            <pc:docMk/>
            <pc:sldMasterMk cId="0" sldId="2147483648"/>
            <pc:sldLayoutMk cId="0" sldId="2147483656"/>
          </pc:sldLayoutMkLst>
        </pc:sldLayoutChg>
      </pc:sldMasterChg>
      <pc:sldMasterChg chg="del replId modSldLayout">
        <pc:chgData name="Victor Sanchez" userId="26f73c70b2efd3e2" providerId="LiveId" clId="{66FAA10A-858A-4901-9BC4-4A708FC6DA4A}" dt="2026-10-15T23:27:24.825" v="85" actId="26606"/>
        <pc:sldMasterMkLst>
          <pc:docMk/>
          <pc:sldMasterMk cId="0" sldId="2147483654"/>
        </pc:sldMasterMkLst>
        <pc:sldLayoutChg chg="replId">
          <pc:chgData name="Victor Sanchez" userId="26f73c70b2efd3e2" providerId="LiveId" clId="{66FAA10A-858A-4901-9BC4-4A708FC6DA4A}" dt="2026-10-15T23:27:24.768" v="84" actId="26606"/>
          <pc:sldLayoutMkLst>
            <pc:docMk/>
            <pc:sldMasterMk cId="0" sldId="2147483654"/>
            <pc:sldLayoutMk cId="0" sldId="2147483655"/>
          </pc:sldLayoutMkLst>
        </pc:sldLayoutChg>
        <pc:sldLayoutChg chg="replId">
          <pc:chgData name="Victor Sanchez" userId="26f73c70b2efd3e2" providerId="LiveId" clId="{66FAA10A-858A-4901-9BC4-4A708FC6DA4A}" dt="2026-10-15T23:27:24.768" v="84" actId="26606"/>
          <pc:sldLayoutMkLst>
            <pc:docMk/>
            <pc:sldMasterMk cId="0" sldId="2147483654"/>
            <pc:sldLayoutMk cId="0" sldId="2147483656"/>
          </pc:sldLayoutMkLst>
        </pc:sldLayoutChg>
      </pc:sldMasterChg>
      <pc:sldMasterChg chg="add del replId addSldLayout delSldLayout modSldLayout sldLayoutOrd">
        <pc:chgData name="Victor Sanchez" userId="26f73c70b2efd3e2" providerId="LiveId" clId="{66FAA10A-858A-4901-9BC4-4A708FC6DA4A}" dt="2026-10-15T23:27:47.068" v="87" actId="26606"/>
        <pc:sldMasterMkLst>
          <pc:docMk/>
          <pc:sldMasterMk cId="0" sldId="2147483654"/>
        </pc:sldMasterMkLst>
        <pc:sldLayoutChg chg="mod">
          <pc:chgData name="Victor Sanchez" userId="26f73c70b2efd3e2" providerId="LiveId" clId="{66FAA10A-858A-4901-9BC4-4A708FC6DA4A}" dt="2026-10-15T23:27:24.825" v="85" actId="26606"/>
          <pc:sldLayoutMkLst>
            <pc:docMk/>
            <pc:sldMasterMk cId="0" sldId="2147483648"/>
            <pc:sldLayoutMk cId="0" sldId="2147483649"/>
          </pc:sldLayoutMkLst>
        </pc:sldLayoutChg>
        <pc:sldLayoutChg chg="mod">
          <pc:chgData name="Victor Sanchez" userId="26f73c70b2efd3e2" providerId="LiveId" clId="{66FAA10A-858A-4901-9BC4-4A708FC6DA4A}" dt="2026-10-15T23:27:24.825" v="85" actId="26606"/>
          <pc:sldLayoutMkLst>
            <pc:docMk/>
            <pc:sldMasterMk cId="0" sldId="2147483648"/>
            <pc:sldLayoutMk cId="0" sldId="2147483650"/>
          </pc:sldLayoutMkLst>
        </pc:sldLayoutChg>
        <pc:sldLayoutChg chg="mod">
          <pc:chgData name="Victor Sanchez" userId="26f73c70b2efd3e2" providerId="LiveId" clId="{66FAA10A-858A-4901-9BC4-4A708FC6DA4A}" dt="2026-10-15T23:27:24.825" v="85" actId="26606"/>
          <pc:sldLayoutMkLst>
            <pc:docMk/>
            <pc:sldMasterMk cId="0" sldId="2147483648"/>
            <pc:sldLayoutMk cId="0" sldId="2147483651"/>
          </pc:sldLayoutMkLst>
        </pc:sldLayoutChg>
        <pc:sldLayoutChg chg="mod">
          <pc:chgData name="Victor Sanchez" userId="26f73c70b2efd3e2" providerId="LiveId" clId="{66FAA10A-858A-4901-9BC4-4A708FC6DA4A}" dt="2026-10-15T23:27:24.825" v="85" actId="26606"/>
          <pc:sldLayoutMkLst>
            <pc:docMk/>
            <pc:sldMasterMk cId="0" sldId="2147483648"/>
            <pc:sldLayoutMk cId="0" sldId="2147483652"/>
          </pc:sldLayoutMkLst>
        </pc:sldLayoutChg>
        <pc:sldLayoutChg chg="mod">
          <pc:chgData name="Victor Sanchez" userId="26f73c70b2efd3e2" providerId="LiveId" clId="{66FAA10A-858A-4901-9BC4-4A708FC6DA4A}" dt="2026-10-15T23:27:24.825" v="85" actId="26606"/>
          <pc:sldLayoutMkLst>
            <pc:docMk/>
            <pc:sldMasterMk cId="0" sldId="2147483648"/>
            <pc:sldLayoutMk cId="0" sldId="2147483653"/>
          </pc:sldLayoutMkLst>
        </pc:sldLayoutChg>
        <pc:sldLayoutChg chg="add replId">
          <pc:chgData name="Victor Sanchez" userId="26f73c70b2efd3e2" providerId="LiveId" clId="{66FAA10A-858A-4901-9BC4-4A708FC6DA4A}" dt="2026-10-15T23:27:47.012" v="86" actId="26606"/>
          <pc:sldLayoutMkLst>
            <pc:docMk/>
            <pc:sldMasterMk cId="0" sldId="2147483648"/>
            <pc:sldLayoutMk cId="0" sldId="2147483655"/>
          </pc:sldLayoutMkLst>
        </pc:sldLayoutChg>
        <pc:sldLayoutChg chg="del">
          <pc:chgData name="Victor Sanchez" userId="26f73c70b2efd3e2" providerId="LiveId" clId="{66FAA10A-858A-4901-9BC4-4A708FC6DA4A}" dt="2026-10-15T23:27:24.825" v="85" actId="26606"/>
          <pc:sldLayoutMkLst>
            <pc:docMk/>
            <pc:sldMasterMk cId="0" sldId="2147483654"/>
            <pc:sldLayoutMk cId="0" sldId="2147483655"/>
          </pc:sldLayoutMkLst>
        </pc:sldLayoutChg>
        <pc:sldLayoutChg chg="del">
          <pc:chgData name="Victor Sanchez" userId="26f73c70b2efd3e2" providerId="LiveId" clId="{66FAA10A-858A-4901-9BC4-4A708FC6DA4A}" dt="2026-10-15T23:27:24.825" v="85" actId="26606"/>
          <pc:sldLayoutMkLst>
            <pc:docMk/>
            <pc:sldMasterMk cId="0" sldId="2147483654"/>
            <pc:sldLayoutMk cId="0" sldId="2147483656"/>
          </pc:sldLayoutMkLst>
        </pc:sldLayoutChg>
        <pc:sldLayoutChg chg="add replId">
          <pc:chgData name="Victor Sanchez" userId="26f73c70b2efd3e2" providerId="LiveId" clId="{66FAA10A-858A-4901-9BC4-4A708FC6DA4A}" dt="2026-10-15T23:27:47.012" v="86" actId="26606"/>
          <pc:sldLayoutMkLst>
            <pc:docMk/>
            <pc:sldMasterMk cId="0" sldId="2147483648"/>
            <pc:sldLayoutMk cId="0" sldId="2147483656"/>
          </pc:sldLayoutMkLst>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Savings</c:v>
                </c:pt>
              </c:strCache>
            </c:strRef>
          </c:tx>
          <c:spPr>
            <a:solidFill>
              <a:schemeClr val="accent1"/>
            </a:solidFill>
          </c:spPr>
          <c:cat>
            <c:strRef>
              <c:f>Sheet1!$A$2:$A$3</c:f>
              <c:strCache>
                <c:ptCount val="2"/>
                <c:pt idx="0">
                  <c:v>At base rate</c:v>
                </c:pt>
                <c:pt idx="1">
                  <c:v>With 4× impact</c:v>
                </c:pt>
              </c:strCache>
            </c:strRef>
          </c:cat>
          <c:val>
            <c:numRef>
              <c:f>Sheet1!$B$2:$B$3</c:f>
              <c:numCache>
                <c:formatCode>General</c:formatCode>
                <c:ptCount val="2"/>
                <c:pt idx="0">
                  <c:v>0.4</c:v>
                </c:pt>
                <c:pt idx="1">
                  <c:v>1.58</c:v>
                </c:pt>
              </c:numCache>
            </c:numRef>
          </c:val>
        </c:ser>
        <c:dLbls>
          <c:numFmt formatCode="&quot;$&quot;0.00&quot;M&quot;" sourceLinked="0"/>
          <c:txPr>
            <a:bodyPr/>
            <a:lstStyle/>
            <a:p>
              <a:pPr>
                <a:defRPr sz="1600" b="1">
                  <a:solidFill>
                    <a:schemeClr val="tx1"/>
                  </a:solidFill>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chemeClr val="bg2"/>
            </a:solidFill>
          </a:ln>
        </c:spPr>
        <c:txPr>
          <a:bodyPr/>
          <a:lstStyle/>
          <a:p>
            <a:pPr>
              <a:defRPr sz="1300">
                <a:solidFill>
                  <a:schemeClr val="tx2"/>
                </a:solidFill>
              </a:defRPr>
            </a:pPr>
          </a:p>
        </c:txPr>
        <c:crossAx val="-2113994440"/>
        <c:crosses val="autoZero"/>
        <c:auto val="1"/>
        <c:lblAlgn val="ctr"/>
        <c:lblOffset val="100"/>
        <c:noMultiLvlLbl val="0"/>
      </c:catAx>
      <c:valAx>
        <c:axId val="-2113994440"/>
        <c:scaling>
          <c:max val="1.9"/>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119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For discussion with Jacqueline, Tuesday October 20 (about 2:30, not yet on calendar). Kevin's ask: thoughts on how we would approach reducing SAS cost and how we would do it. This is a plan; numbers marked TBD are being pulled.</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One-page overview. "SaaS" in our notes means the SAS platform. Storage allocation is the priority because each active GB carries about a 4x footprint. The entitlement count for IT&amp;V (~1,200, about half of corporate risk SAS entitlements) was stated from memory in the meeting; confirm the figure and the group name.</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Footnote rate: ~$60K/month per 1 PB (~1M GB), so ~$720K/yr. We have ~1.3M GB allocated, so allocation alone is a little under $1M/yr. The earlier $27M figure covered much more than SAS and is not comparable. The existing deck (slide 3) says active storage has a 4x impact.</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Working hypothesis for the "hidden cost": 550K GB = 0.55 PB × $720K ≈ $396K; × 4 ≈ $1.58M, which matches the ~$1.6M on the savings slide. We do not have visibility into actual billing, so this needs confirmation.</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Analogy from the meeting: an entitlement is like an application license. You install SAS, get the license, then connect to whichever workspace you need. Example: Kevin owns one workspace and Brian owns another; everyone on the team is entitled and can reach either. If a third workspace holds one file, moving that file into one of the others lets us retire the third workspace and its allocation. Case in point for entitlement vs storage: Ben's entitlement was removed but his workspace still holds allocated storage.</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Storage allocation is the priority because of the 4x ratio: every GB removed is worth about four. Entitlements are a separate population, and IT&amp;V holds about half of corporate risk SAS entitlements. The overlap (owners who are also users, people who moved roles) is real but hard to identify from the start. Doing storage and entitlements at the same time felt too drastic.</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Consolidation example: Chong Lee holds about 202,000 GB across several workspaces and uses about 80,000; he still needs his entitlement, but his workspaces can be consolidated and right-sized. Elimination example: a single unused workspace of about 14,000 GB could come off entirely. Existing deck recommendation: workspace owners work with the CDO team to clean up their environment, archive old files, and follow best practices. Sizing numbers to come from Jake.</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Every little bit adds up, even small trims on large allocations. The example is Kelsey (~34,000 GB, &lt;8% used); Kelsey and John work in tandem, so meet with them together. Another example: Kyle Lewis holds about 800 GB and has since changed teams.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166 workspaces map to 64 unique owners because many owners hold several workspaces. Open question for Jacqueline: do we meet every owner, or have each designate someone savvy to work with us and the CDO team on cleanup? Jake is building the pivot of workspaces by owner and sizing the 0% set.</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no-storage group: about 46 users (5/29 data) sit in risk groups where no one holds allocated storage; they may pull from another LOB, but the default is to remove. IT&amp;V: about 1,200 entitled users, roughly half of corporate risk SAS entitlements (figure and group name to confirm). MRM: 233 entitled, 36 active.</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Examples: Chong Lee is both an owner and an entitled user; consolidating his storage doesn't remove his access. Kyle Lewis moved out of Y14 and still holds about 800 GB. Sean Douglas's whole team (e.g. Philip Taft) is entitled while only Sean owns the workspace. Thomas (PyForm AVO) owns a small allocation that likely belongs with someone closer to the model. History: Leopold once owned all SAS workspaces, then pushed them to individual RMG owners because he couldn't speak to the contents.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first question is the blocker: nothing executes until we know how to de-allocate storage and remove entitlements.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Ask for Jacqueline: agreement on the three-piece approach with storage first, guidance on engaging the 64 owners, and help unblocking the de-allocation mechanism.</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10698480" cy="1097280"/>
          </a:xfrm>
          <a:prstGeom prst="rect">
            <a:avLst/>
          </a:prstGeom>
          <a:noFill/>
          <a:ln/>
        </p:spPr>
        <p:txBody>
          <a:bodyPr wrap="square" rtlCol="0"/>
          <a:lstStyle>
            <a:lvl1pPr marL="0" indent="0" algn="l">
              <a:buNone/>
              <a:defRPr lang="en-US" sz="4800" b="1" dirty="0">
                <a:solidFill>
                  <a:schemeClr val="bg1"/>
                </a:solidFill>
              </a:defRPr>
            </a:lvl1pPr>
          </a:lstStyle>
          <a:p>
            <a:pPr marL="0" indent="0" algn="l">
              <a:buNone/>
            </a:pPr>
            <a:endParaRPr lang="en-US" sz="4800" dirty="0"/>
          </a:p>
        </p:txBody>
      </p:sp>
      <p:sp>
        <p:nvSpPr>
          <p:cNvPr id="3" name="Text 0"/>
          <p:cNvSpPr>
            <a:spLocks noGrp="1"/>
          </p:cNvSpPr>
          <p:nvPr>
            <p:ph type="body" idx="101" hasCustomPrompt="1"/>
          </p:nvPr>
        </p:nvSpPr>
        <p:spPr>
          <a:xfrm>
            <a:off x="731520" y="2926080"/>
            <a:ext cx="10698480" cy="640080"/>
          </a:xfrm>
          <a:prstGeom prst="rect">
            <a:avLst/>
          </a:prstGeom>
          <a:noFill/>
          <a:ln/>
        </p:spPr>
        <p:txBody>
          <a:bodyPr wrap="square" rtlCol="0"/>
          <a:lstStyle>
            <a:lvl1pPr marL="0" indent="0" algn="l">
              <a:buNone/>
              <a:defRPr lang="en-US" sz="2400" dirty="0">
                <a:solidFill>
                  <a:schemeClr val="bg2"/>
                </a:solidFill>
              </a:defRPr>
            </a:lvl1pPr>
          </a:lstStyle>
          <a:p>
            <a:pPr marL="0" indent="0" algn="l">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103120"/>
            <a:ext cx="10698480" cy="100584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731520" y="3246120"/>
            <a:ext cx="10698480" cy="1463040"/>
          </a:xfrm>
          <a:prstGeom prst="rect">
            <a:avLst/>
          </a:prstGeom>
          <a:noFill/>
          <a:ln/>
        </p:spPr>
        <p:txBody>
          <a:bodyPr wrap="square" rtlCol="0"/>
          <a:lstStyle>
            <a:lvl1pPr marL="0" indent="0" algn="l">
              <a:buNone/>
              <a:defRPr lang="en-US" sz="2000" dirty="0">
                <a:solidFill>
                  <a:schemeClr val="bg2"/>
                </a:solidFill>
              </a:defRPr>
            </a:lvl1pPr>
          </a:lstStyle>
          <a:p>
            <a:pPr marL="0" indent="0" algn="l">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rtlCol="0"/>
          <a:lstStyle>
            <a:lvl1pPr marL="0" indent="0" algn="l">
              <a:buNone/>
              <a:defRPr lang="en-US" sz="2800" b="1" dirty="0">
                <a:solidFill>
                  <a:schemeClr val="tx1"/>
                </a:solidFill>
              </a:defRPr>
            </a:lvl1pPr>
          </a:lstStyle>
          <a:p>
            <a:pPr marL="0" indent="0" algn="l">
              <a:buNone/>
            </a:pPr>
            <a:endParaRPr lang="en-US" sz="2800"/>
          </a:p>
        </p:txBody>
      </p:sp>
      <p:sp>
        <p:nvSpPr>
          <p:cNvPr id="3" name="Text 0"/>
          <p:cNvSpPr/>
          <p:nvPr/>
        </p:nvSpPr>
        <p:spPr>
          <a:xfrm>
            <a:off x="548640" y="6419088"/>
            <a:ext cx="7315200" cy="256032"/>
          </a:xfrm>
          <a:prstGeom prst="rect">
            <a:avLst/>
          </a:prstGeom>
          <a:noFill/>
          <a:ln/>
        </p:spPr>
        <p:txBody>
          <a:bodyPr wrap="square" lIns="0" tIns="0" rIns="0" bIns="0" rtlCol="0" anchor="ctr"/>
          <a:lstStyle/>
          <a:p>
            <a:pPr marL="0" indent="0">
              <a:buNone/>
            </a:pPr>
            <a:r>
              <a:rPr lang="en-US" sz="1000">
                <a:solidFill>
                  <a:schemeClr val="tx2"/>
                </a:solidFill>
              </a:rPr>
              <a:t>SAS storage &amp; entitlement reduction · Working draft for discussion</a:t>
            </a:r>
            <a:endParaRPr lang="en-US" sz="100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bg>
      <p:bgPr>
        <a:solidFill>
          <a:schemeClr val="bg1"/>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SAS Storage &amp; Entitlement Reduction</a:t>
            </a:r>
          </a:p>
        </p:txBody>
      </p:sp>
      <p:sp>
        <p:nvSpPr>
          <p:cNvPr id="3" name="Text Placeholder 2"/>
          <p:cNvSpPr>
            <a:spLocks noGrp="1"/>
          </p:cNvSpPr>
          <p:nvPr>
            <p:ph type="body" idx="101"/>
          </p:nvPr>
        </p:nvSpPr>
        <p:spPr/>
        <p:txBody>
          <a:bodyPr/>
          <a:lstStyle/>
          <a:p>
            <a:r>
              <a:t>Three pieces: storage first, then entitlements, then the overlap</a:t>
            </a:r>
          </a:p>
        </p:txBody>
      </p:sp>
      <p:cxnSp>
        <p:nvCxnSpPr>
          <p:cNvPr id="4" name="Phase line"/>
          <p:cNvCxnSpPr/>
          <p:nvPr/>
        </p:nvCxnSpPr>
        <p:spPr>
          <a:xfrm>
            <a:off x="960120" y="4572000"/>
            <a:ext cx="7315200" cy="0"/>
          </a:xfrm>
          <a:prstGeom prst="line">
            <a:avLst/>
          </a:prstGeom>
          <a:ln w="19050">
            <a:solidFill>
              <a:schemeClr val="tx2"/>
            </a:solidFill>
          </a:ln>
        </p:spPr>
        <p:style>
          <a:lnRef idx="2">
            <a:schemeClr val="accent1"/>
          </a:lnRef>
          <a:fillRef idx="0">
            <a:schemeClr val="accent1"/>
          </a:fillRef>
          <a:effectRef idx="1">
            <a:schemeClr val="accent1"/>
          </a:effectRef>
          <a:fontRef idx="minor">
            <a:schemeClr val="tx1"/>
          </a:fontRef>
        </p:style>
      </p:cxnSp>
      <p:sp>
        <p:nvSpPr>
          <p:cNvPr id="5" name="Number"/>
          <p:cNvSpPr/>
          <p:nvPr/>
        </p:nvSpPr>
        <p:spPr>
          <a:xfrm>
            <a:off x="731520" y="4343400"/>
            <a:ext cx="457200" cy="4572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600" b="1">
                <a:solidFill>
                  <a:schemeClr val="bg1"/>
                </a:solidFill>
              </a:rPr>
              <a:t>1</a:t>
            </a:r>
          </a:p>
        </p:txBody>
      </p:sp>
      <p:sp>
        <p:nvSpPr>
          <p:cNvPr id="6" name="Step label"/>
          <p:cNvSpPr txBox="1"/>
          <p:nvPr/>
        </p:nvSpPr>
        <p:spPr>
          <a:xfrm>
            <a:off x="182880" y="4892040"/>
            <a:ext cx="1554480" cy="457200"/>
          </a:xfrm>
          <a:prstGeom prst="rect">
            <a:avLst/>
          </a:prstGeom>
          <a:noFill/>
        </p:spPr>
        <p:txBody>
          <a:bodyPr wrap="square" lIns="0" rIns="0" tIns="0" bIns="0" anchor="t">
            <a:spAutoFit/>
          </a:bodyPr>
          <a:lstStyle/>
          <a:p>
            <a:pPr algn="ctr" marL="0" indent="0">
              <a:buNone/>
            </a:pPr>
            <a:r>
              <a:rPr sz="1300" b="0">
                <a:solidFill>
                  <a:schemeClr val="bg2"/>
                </a:solidFill>
              </a:rPr>
              <a:t>Storage allocation</a:t>
            </a:r>
          </a:p>
        </p:txBody>
      </p:sp>
      <p:sp>
        <p:nvSpPr>
          <p:cNvPr id="7" name="Number"/>
          <p:cNvSpPr/>
          <p:nvPr/>
        </p:nvSpPr>
        <p:spPr>
          <a:xfrm>
            <a:off x="4389120" y="4343400"/>
            <a:ext cx="457200" cy="4572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600" b="1">
                <a:solidFill>
                  <a:schemeClr val="bg1"/>
                </a:solidFill>
              </a:rPr>
              <a:t>2</a:t>
            </a:r>
          </a:p>
        </p:txBody>
      </p:sp>
      <p:sp>
        <p:nvSpPr>
          <p:cNvPr id="8" name="Step label"/>
          <p:cNvSpPr txBox="1"/>
          <p:nvPr/>
        </p:nvSpPr>
        <p:spPr>
          <a:xfrm>
            <a:off x="3840480" y="4892040"/>
            <a:ext cx="1554480" cy="457200"/>
          </a:xfrm>
          <a:prstGeom prst="rect">
            <a:avLst/>
          </a:prstGeom>
          <a:noFill/>
        </p:spPr>
        <p:txBody>
          <a:bodyPr wrap="square" lIns="0" rIns="0" tIns="0" bIns="0" anchor="t">
            <a:spAutoFit/>
          </a:bodyPr>
          <a:lstStyle/>
          <a:p>
            <a:pPr algn="ctr" marL="0" indent="0">
              <a:buNone/>
            </a:pPr>
            <a:r>
              <a:rPr sz="1300" b="0">
                <a:solidFill>
                  <a:schemeClr val="bg2"/>
                </a:solidFill>
              </a:rPr>
              <a:t>Entitlements</a:t>
            </a:r>
          </a:p>
        </p:txBody>
      </p:sp>
      <p:sp>
        <p:nvSpPr>
          <p:cNvPr id="9" name="Number"/>
          <p:cNvSpPr/>
          <p:nvPr/>
        </p:nvSpPr>
        <p:spPr>
          <a:xfrm>
            <a:off x="8046720" y="4343400"/>
            <a:ext cx="457200" cy="4572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600" b="1">
                <a:solidFill>
                  <a:schemeClr val="bg1"/>
                </a:solidFill>
              </a:rPr>
              <a:t>3</a:t>
            </a:r>
          </a:p>
        </p:txBody>
      </p:sp>
      <p:sp>
        <p:nvSpPr>
          <p:cNvPr id="10" name="Step label"/>
          <p:cNvSpPr txBox="1"/>
          <p:nvPr/>
        </p:nvSpPr>
        <p:spPr>
          <a:xfrm>
            <a:off x="7498080" y="4892040"/>
            <a:ext cx="1554480" cy="457200"/>
          </a:xfrm>
          <a:prstGeom prst="rect">
            <a:avLst/>
          </a:prstGeom>
          <a:noFill/>
        </p:spPr>
        <p:txBody>
          <a:bodyPr wrap="square" lIns="0" rIns="0" tIns="0" bIns="0" anchor="t">
            <a:spAutoFit/>
          </a:bodyPr>
          <a:lstStyle/>
          <a:p>
            <a:pPr algn="ctr" marL="0" indent="0">
              <a:buNone/>
            </a:pPr>
            <a:r>
              <a:rPr sz="1300" b="0">
                <a:solidFill>
                  <a:schemeClr val="bg2"/>
                </a:solidFill>
              </a:rPr>
              <a:t>Overlap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Cutting SAS Costs: Storage First, Then Entitlements</a:t>
            </a:r>
          </a:p>
        </p:txBody>
      </p:sp>
      <p:sp>
        <p:nvSpPr>
          <p:cNvPr id="3" name="Section tag"/>
          <p:cNvSpPr/>
          <p:nvPr/>
        </p:nvSpPr>
        <p:spPr>
          <a:xfrm>
            <a:off x="548640" y="274320"/>
            <a:ext cx="915314" cy="274320"/>
          </a:xfrm>
          <a:prstGeom prst="roundRect">
            <a:avLst>
              <a:gd name="adj" fmla="val 5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000" b="1" spc="150">
                <a:solidFill>
                  <a:schemeClr val="bg1"/>
                </a:solidFill>
              </a:rPr>
              <a:t>SUMMARY</a:t>
            </a:r>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
        <p:nvSpPr>
          <p:cNvPr id="26" name="Card"/>
          <p:cNvSpPr/>
          <p:nvPr/>
        </p:nvSpPr>
        <p:spPr>
          <a:xfrm>
            <a:off x="548640" y="1600200"/>
            <a:ext cx="7269480" cy="82296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
          <p:cNvSpPr txBox="1"/>
          <p:nvPr/>
        </p:nvSpPr>
        <p:spPr>
          <a:xfrm>
            <a:off x="749808" y="1600200"/>
            <a:ext cx="1417320" cy="822960"/>
          </a:xfrm>
          <a:prstGeom prst="rect">
            <a:avLst/>
          </a:prstGeom>
          <a:noFill/>
        </p:spPr>
        <p:txBody>
          <a:bodyPr wrap="square" lIns="0" rIns="0" tIns="0" bIns="0" anchor="ctr">
            <a:spAutoFit/>
          </a:bodyPr>
          <a:lstStyle/>
          <a:p>
            <a:pPr marL="0" indent="0">
              <a:buNone/>
            </a:pPr>
            <a:r>
              <a:rPr sz="1500" b="1">
                <a:solidFill>
                  <a:schemeClr val="accent1"/>
                </a:solidFill>
              </a:rPr>
              <a:t>The Ask</a:t>
            </a:r>
          </a:p>
        </p:txBody>
      </p:sp>
      <p:sp>
        <p:nvSpPr>
          <p:cNvPr id="28" name="Text"/>
          <p:cNvSpPr txBox="1"/>
          <p:nvPr/>
        </p:nvSpPr>
        <p:spPr>
          <a:xfrm>
            <a:off x="2240280" y="1600200"/>
            <a:ext cx="5440680" cy="822960"/>
          </a:xfrm>
          <a:prstGeom prst="rect">
            <a:avLst/>
          </a:prstGeom>
          <a:noFill/>
        </p:spPr>
        <p:txBody>
          <a:bodyPr wrap="square" lIns="0" rIns="0" tIns="0" bIns="0" anchor="ctr">
            <a:spAutoFit/>
          </a:bodyPr>
          <a:lstStyle/>
          <a:p>
            <a:pPr marL="0" indent="0">
              <a:buNone/>
            </a:pPr>
            <a:r>
              <a:rPr sz="1300" b="0">
                <a:solidFill>
                  <a:schemeClr val="tx1"/>
                </a:solidFill>
              </a:rPr>
              <a:t>Show Jacqueline how we would reduce SAS cost: what to cut, in what order, and how.</a:t>
            </a:r>
          </a:p>
        </p:txBody>
      </p:sp>
      <p:sp>
        <p:nvSpPr>
          <p:cNvPr id="29" name="Card"/>
          <p:cNvSpPr/>
          <p:nvPr/>
        </p:nvSpPr>
        <p:spPr>
          <a:xfrm>
            <a:off x="548640" y="2514600"/>
            <a:ext cx="7269480" cy="82296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
          <p:cNvSpPr txBox="1"/>
          <p:nvPr/>
        </p:nvSpPr>
        <p:spPr>
          <a:xfrm>
            <a:off x="749808" y="2514600"/>
            <a:ext cx="1417320" cy="822960"/>
          </a:xfrm>
          <a:prstGeom prst="rect">
            <a:avLst/>
          </a:prstGeom>
          <a:noFill/>
        </p:spPr>
        <p:txBody>
          <a:bodyPr wrap="square" lIns="0" rIns="0" tIns="0" bIns="0" anchor="ctr">
            <a:spAutoFit/>
          </a:bodyPr>
          <a:lstStyle/>
          <a:p>
            <a:pPr marL="0" indent="0">
              <a:buNone/>
            </a:pPr>
            <a:r>
              <a:rPr sz="1500" b="1">
                <a:solidFill>
                  <a:schemeClr val="accent1"/>
                </a:solidFill>
              </a:rPr>
              <a:t>Cost Driver</a:t>
            </a:r>
          </a:p>
        </p:txBody>
      </p:sp>
      <p:sp>
        <p:nvSpPr>
          <p:cNvPr id="31" name="Text"/>
          <p:cNvSpPr txBox="1"/>
          <p:nvPr/>
        </p:nvSpPr>
        <p:spPr>
          <a:xfrm>
            <a:off x="2240280" y="2514600"/>
            <a:ext cx="5440680" cy="822960"/>
          </a:xfrm>
          <a:prstGeom prst="rect">
            <a:avLst/>
          </a:prstGeom>
          <a:noFill/>
        </p:spPr>
        <p:txBody>
          <a:bodyPr wrap="square" lIns="0" rIns="0" tIns="0" bIns="0" anchor="ctr">
            <a:spAutoFit/>
          </a:bodyPr>
          <a:lstStyle/>
          <a:p>
            <a:pPr marL="0" indent="0">
              <a:buNone/>
            </a:pPr>
            <a:r>
              <a:rPr sz="1300" b="1">
                <a:solidFill>
                  <a:schemeClr val="tx1"/>
                </a:solidFill>
              </a:rPr>
              <a:t>Allocated</a:t>
            </a:r>
            <a:r>
              <a:rPr sz="1300" b="0">
                <a:solidFill>
                  <a:schemeClr val="tx1"/>
                </a:solidFill>
              </a:rPr>
              <a:t> storage, not used storage, drives the bill, and each active GB carries about a 4× footprint.</a:t>
            </a:r>
          </a:p>
        </p:txBody>
      </p:sp>
      <p:sp>
        <p:nvSpPr>
          <p:cNvPr id="32" name="Card"/>
          <p:cNvSpPr/>
          <p:nvPr/>
        </p:nvSpPr>
        <p:spPr>
          <a:xfrm>
            <a:off x="548640" y="3429000"/>
            <a:ext cx="7269480" cy="82296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
          <p:cNvSpPr txBox="1"/>
          <p:nvPr/>
        </p:nvSpPr>
        <p:spPr>
          <a:xfrm>
            <a:off x="749808" y="3429000"/>
            <a:ext cx="1417320" cy="822960"/>
          </a:xfrm>
          <a:prstGeom prst="rect">
            <a:avLst/>
          </a:prstGeom>
          <a:noFill/>
        </p:spPr>
        <p:txBody>
          <a:bodyPr wrap="square" lIns="0" rIns="0" tIns="0" bIns="0" anchor="ctr">
            <a:spAutoFit/>
          </a:bodyPr>
          <a:lstStyle/>
          <a:p>
            <a:pPr marL="0" indent="0">
              <a:buNone/>
            </a:pPr>
            <a:r>
              <a:rPr sz="1500" b="1">
                <a:solidFill>
                  <a:schemeClr val="accent4"/>
                </a:solidFill>
              </a:rPr>
              <a:t>How Access Works</a:t>
            </a:r>
          </a:p>
        </p:txBody>
      </p:sp>
      <p:sp>
        <p:nvSpPr>
          <p:cNvPr id="34" name="Text"/>
          <p:cNvSpPr txBox="1"/>
          <p:nvPr/>
        </p:nvSpPr>
        <p:spPr>
          <a:xfrm>
            <a:off x="2240280" y="3429000"/>
            <a:ext cx="5440680" cy="822960"/>
          </a:xfrm>
          <a:prstGeom prst="rect">
            <a:avLst/>
          </a:prstGeom>
          <a:noFill/>
        </p:spPr>
        <p:txBody>
          <a:bodyPr wrap="square" lIns="0" rIns="0" tIns="0" bIns="0" anchor="ctr">
            <a:spAutoFit/>
          </a:bodyPr>
          <a:lstStyle/>
          <a:p>
            <a:pPr marL="0" indent="0">
              <a:buNone/>
            </a:pPr>
            <a:r>
              <a:rPr sz="1300" b="0">
                <a:solidFill>
                  <a:schemeClr val="tx1"/>
                </a:solidFill>
              </a:rPr>
              <a:t>An entitlement is a license to the SAS platform, not to one workspace. Storage sits in workspaces, each with an owner.</a:t>
            </a:r>
          </a:p>
        </p:txBody>
      </p:sp>
      <p:sp>
        <p:nvSpPr>
          <p:cNvPr id="35" name="Card"/>
          <p:cNvSpPr/>
          <p:nvPr/>
        </p:nvSpPr>
        <p:spPr>
          <a:xfrm>
            <a:off x="548640" y="4343400"/>
            <a:ext cx="7269480" cy="82296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
          <p:cNvSpPr txBox="1"/>
          <p:nvPr/>
        </p:nvSpPr>
        <p:spPr>
          <a:xfrm>
            <a:off x="749808" y="4343400"/>
            <a:ext cx="1417320" cy="822960"/>
          </a:xfrm>
          <a:prstGeom prst="rect">
            <a:avLst/>
          </a:prstGeom>
          <a:noFill/>
        </p:spPr>
        <p:txBody>
          <a:bodyPr wrap="square" lIns="0" rIns="0" tIns="0" bIns="0" anchor="ctr">
            <a:spAutoFit/>
          </a:bodyPr>
          <a:lstStyle/>
          <a:p>
            <a:pPr marL="0" indent="0">
              <a:buNone/>
            </a:pPr>
            <a:r>
              <a:rPr sz="1500" b="1">
                <a:solidFill>
                  <a:schemeClr val="accent1"/>
                </a:solidFill>
              </a:rPr>
              <a:t>Approach</a:t>
            </a:r>
          </a:p>
        </p:txBody>
      </p:sp>
      <p:sp>
        <p:nvSpPr>
          <p:cNvPr id="37" name="Text"/>
          <p:cNvSpPr txBox="1"/>
          <p:nvPr/>
        </p:nvSpPr>
        <p:spPr>
          <a:xfrm>
            <a:off x="2240280" y="4343400"/>
            <a:ext cx="5440680" cy="822960"/>
          </a:xfrm>
          <a:prstGeom prst="rect">
            <a:avLst/>
          </a:prstGeom>
          <a:noFill/>
        </p:spPr>
        <p:txBody>
          <a:bodyPr wrap="square" lIns="0" rIns="0" tIns="0" bIns="0" anchor="ctr">
            <a:spAutoFit/>
          </a:bodyPr>
          <a:lstStyle/>
          <a:p>
            <a:pPr marL="0" indent="0">
              <a:buNone/>
            </a:pPr>
            <a:r>
              <a:rPr sz="1300" b="1">
                <a:solidFill>
                  <a:schemeClr val="tx1"/>
                </a:solidFill>
              </a:rPr>
              <a:t>Three pieces: </a:t>
            </a:r>
            <a:r>
              <a:rPr sz="1300" b="0">
                <a:solidFill>
                  <a:schemeClr val="tx1"/>
                </a:solidFill>
              </a:rPr>
              <a:t>lower storage allocation, remove entitlements no one needs, then clean up the overlap. Storage first; not all at once.</a:t>
            </a:r>
          </a:p>
        </p:txBody>
      </p:sp>
      <p:sp>
        <p:nvSpPr>
          <p:cNvPr id="38" name="Card"/>
          <p:cNvSpPr/>
          <p:nvPr/>
        </p:nvSpPr>
        <p:spPr>
          <a:xfrm>
            <a:off x="548640" y="5257800"/>
            <a:ext cx="7269480" cy="82296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
          <p:cNvSpPr txBox="1"/>
          <p:nvPr/>
        </p:nvSpPr>
        <p:spPr>
          <a:xfrm>
            <a:off x="749808" y="5257800"/>
            <a:ext cx="1417320" cy="822960"/>
          </a:xfrm>
          <a:prstGeom prst="rect">
            <a:avLst/>
          </a:prstGeom>
          <a:noFill/>
        </p:spPr>
        <p:txBody>
          <a:bodyPr wrap="square" lIns="0" rIns="0" tIns="0" bIns="0" anchor="ctr">
            <a:spAutoFit/>
          </a:bodyPr>
          <a:lstStyle/>
          <a:p>
            <a:pPr marL="0" indent="0">
              <a:buNone/>
            </a:pPr>
            <a:r>
              <a:rPr sz="1500" b="1">
                <a:solidFill>
                  <a:schemeClr val="accent1"/>
                </a:solidFill>
              </a:rPr>
              <a:t>Running It</a:t>
            </a:r>
          </a:p>
        </p:txBody>
      </p:sp>
      <p:sp>
        <p:nvSpPr>
          <p:cNvPr id="40" name="Text"/>
          <p:cNvSpPr txBox="1"/>
          <p:nvPr/>
        </p:nvSpPr>
        <p:spPr>
          <a:xfrm>
            <a:off x="2240280" y="5257800"/>
            <a:ext cx="5440680" cy="822960"/>
          </a:xfrm>
          <a:prstGeom prst="rect">
            <a:avLst/>
          </a:prstGeom>
          <a:noFill/>
        </p:spPr>
        <p:txBody>
          <a:bodyPr wrap="square" lIns="0" rIns="0" tIns="0" bIns="0" anchor="ctr">
            <a:spAutoFit/>
          </a:bodyPr>
          <a:lstStyle/>
          <a:p>
            <a:pPr marL="0" indent="0">
              <a:buNone/>
            </a:pPr>
            <a:r>
              <a:rPr sz="1300" b="0">
                <a:solidFill>
                  <a:schemeClr val="tx1"/>
                </a:solidFill>
              </a:rPr>
              <a:t>Work through 64 workspace owners with CDO support, starting with 0% utilization workspaces.</a:t>
            </a:r>
          </a:p>
        </p:txBody>
      </p:sp>
      <p:sp>
        <p:nvSpPr>
          <p:cNvPr id="41" name="Eyebrow"/>
          <p:cNvSpPr txBox="1"/>
          <p:nvPr/>
        </p:nvSpPr>
        <p:spPr>
          <a:xfrm>
            <a:off x="8138160" y="1600200"/>
            <a:ext cx="3502152" cy="237744"/>
          </a:xfrm>
          <a:prstGeom prst="rect">
            <a:avLst/>
          </a:prstGeom>
          <a:noFill/>
        </p:spPr>
        <p:txBody>
          <a:bodyPr wrap="square" lIns="0" rIns="0" tIns="0" bIns="0" anchor="t">
            <a:spAutoFit/>
          </a:bodyPr>
          <a:lstStyle/>
          <a:p>
            <a:pPr marL="0" indent="0">
              <a:buNone/>
            </a:pPr>
            <a:r>
              <a:rPr sz="1100" b="1" spc="100">
                <a:solidFill>
                  <a:schemeClr val="tx2"/>
                </a:solidFill>
              </a:rPr>
              <a:t>BY THE NUMBERS</a:t>
            </a:r>
          </a:p>
        </p:txBody>
      </p:sp>
      <p:sp>
        <p:nvSpPr>
          <p:cNvPr id="42" name="Card"/>
          <p:cNvSpPr/>
          <p:nvPr/>
        </p:nvSpPr>
        <p:spPr>
          <a:xfrm>
            <a:off x="8138160" y="1920240"/>
            <a:ext cx="3502152" cy="1261872"/>
          </a:xfrm>
          <a:prstGeom prst="roundRect">
            <a:avLst>
              <a:gd name="adj" fmla="val 8000"/>
            </a:avLst>
          </a:prstGeom>
          <a:solidFill>
            <a:schemeClr val="accent3">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
          <p:cNvSpPr txBox="1"/>
          <p:nvPr/>
        </p:nvSpPr>
        <p:spPr>
          <a:xfrm>
            <a:off x="8339327" y="2029968"/>
            <a:ext cx="3108960" cy="1097280"/>
          </a:xfrm>
          <a:prstGeom prst="rect">
            <a:avLst/>
          </a:prstGeom>
          <a:noFill/>
        </p:spPr>
        <p:txBody>
          <a:bodyPr wrap="square" lIns="0" rIns="0" tIns="0" bIns="0" anchor="t">
            <a:spAutoFit/>
          </a:bodyPr>
          <a:lstStyle/>
          <a:p>
            <a:pPr marL="0" indent="0">
              <a:buNone/>
            </a:pPr>
            <a:r>
              <a:rPr sz="2000" b="1">
                <a:solidFill>
                  <a:schemeClr val="accent3"/>
                </a:solidFill>
              </a:rPr>
              <a:t>~1.3 PB</a:t>
            </a:r>
          </a:p>
          <a:p>
            <a:pPr marL="0" indent="0">
              <a:buNone/>
            </a:pPr>
            <a:r>
              <a:rPr sz="1100" b="0">
                <a:solidFill>
                  <a:schemeClr val="tx2"/>
                </a:solidFill>
              </a:rPr>
              <a:t>Storage allocated</a:t>
            </a:r>
          </a:p>
          <a:p>
            <a:pPr marL="0" indent="0">
              <a:buNone/>
            </a:pPr>
            <a:r>
              <a:rPr sz="1200" b="0">
                <a:solidFill>
                  <a:schemeClr val="tx1"/>
                </a:solidFill>
              </a:rPr>
              <a:t>About 1.3M GB across SAS workspaces.</a:t>
            </a:r>
          </a:p>
        </p:txBody>
      </p:sp>
      <p:sp>
        <p:nvSpPr>
          <p:cNvPr id="44" name="Card"/>
          <p:cNvSpPr/>
          <p:nvPr/>
        </p:nvSpPr>
        <p:spPr>
          <a:xfrm>
            <a:off x="8138160" y="3291840"/>
            <a:ext cx="3502152" cy="1261872"/>
          </a:xfrm>
          <a:prstGeom prst="roundRect">
            <a:avLst>
              <a:gd name="adj" fmla="val 8000"/>
            </a:avLst>
          </a:prstGeom>
          <a:solidFill>
            <a:schemeClr val="accent3">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
          <p:cNvSpPr txBox="1"/>
          <p:nvPr/>
        </p:nvSpPr>
        <p:spPr>
          <a:xfrm>
            <a:off x="8339327" y="3401568"/>
            <a:ext cx="3108960" cy="1097280"/>
          </a:xfrm>
          <a:prstGeom prst="rect">
            <a:avLst/>
          </a:prstGeom>
          <a:noFill/>
        </p:spPr>
        <p:txBody>
          <a:bodyPr wrap="square" lIns="0" rIns="0" tIns="0" bIns="0" anchor="t">
            <a:spAutoFit/>
          </a:bodyPr>
          <a:lstStyle/>
          <a:p>
            <a:pPr marL="0" indent="0">
              <a:buNone/>
            </a:pPr>
            <a:r>
              <a:rPr sz="2000" b="1">
                <a:solidFill>
                  <a:schemeClr val="accent3"/>
                </a:solidFill>
              </a:rPr>
              <a:t>166 / 64</a:t>
            </a:r>
          </a:p>
          <a:p>
            <a:pPr marL="0" indent="0">
              <a:buNone/>
            </a:pPr>
            <a:r>
              <a:rPr sz="1100" b="0">
                <a:solidFill>
                  <a:schemeClr val="tx2"/>
                </a:solidFill>
              </a:rPr>
              <a:t>Workspaces / unique owners</a:t>
            </a:r>
          </a:p>
          <a:p>
            <a:pPr marL="0" indent="0">
              <a:buNone/>
            </a:pPr>
            <a:r>
              <a:rPr sz="1200" b="0">
                <a:solidFill>
                  <a:schemeClr val="tx1"/>
                </a:solidFill>
              </a:rPr>
              <a:t>Many owners hold several workspaces.</a:t>
            </a:r>
          </a:p>
        </p:txBody>
      </p:sp>
      <p:sp>
        <p:nvSpPr>
          <p:cNvPr id="46" name="Card"/>
          <p:cNvSpPr/>
          <p:nvPr/>
        </p:nvSpPr>
        <p:spPr>
          <a:xfrm>
            <a:off x="8138160" y="4663440"/>
            <a:ext cx="3502152" cy="1261872"/>
          </a:xfrm>
          <a:prstGeom prst="roundRect">
            <a:avLst>
              <a:gd name="adj" fmla="val 8000"/>
            </a:avLst>
          </a:prstGeom>
          <a:solidFill>
            <a:schemeClr val="accent3">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
          <p:cNvSpPr txBox="1"/>
          <p:nvPr/>
        </p:nvSpPr>
        <p:spPr>
          <a:xfrm>
            <a:off x="8339327" y="4773168"/>
            <a:ext cx="3108960" cy="1097280"/>
          </a:xfrm>
          <a:prstGeom prst="rect">
            <a:avLst/>
          </a:prstGeom>
          <a:noFill/>
        </p:spPr>
        <p:txBody>
          <a:bodyPr wrap="square" lIns="0" rIns="0" tIns="0" bIns="0" anchor="t">
            <a:spAutoFit/>
          </a:bodyPr>
          <a:lstStyle/>
          <a:p>
            <a:pPr marL="0" indent="0">
              <a:buNone/>
            </a:pPr>
            <a:r>
              <a:rPr sz="2000" b="1">
                <a:solidFill>
                  <a:schemeClr val="accent3"/>
                </a:solidFill>
              </a:rPr>
              <a:t>~1,200</a:t>
            </a:r>
          </a:p>
          <a:p>
            <a:pPr marL="0" indent="0">
              <a:buNone/>
            </a:pPr>
            <a:r>
              <a:rPr sz="1100" b="0">
                <a:solidFill>
                  <a:schemeClr val="tx2"/>
                </a:solidFill>
              </a:rPr>
              <a:t>Entitled users in IT&amp;V</a:t>
            </a:r>
          </a:p>
          <a:p>
            <a:pPr marL="0" indent="0">
              <a:buNone/>
            </a:pPr>
            <a:r>
              <a:rPr sz="1200" b="0">
                <a:solidFill>
                  <a:schemeClr val="tx1"/>
                </a:solidFill>
              </a:rPr>
              <a:t>About half of corporate risk SAS entitlements; to confirm.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Allocated Storage, Not Usage, Drives the Cost</a:t>
            </a:r>
          </a:p>
        </p:txBody>
      </p:sp>
      <p:sp>
        <p:nvSpPr>
          <p:cNvPr id="3" name="Section tag"/>
          <p:cNvSpPr/>
          <p:nvPr/>
        </p:nvSpPr>
        <p:spPr>
          <a:xfrm>
            <a:off x="548640" y="274320"/>
            <a:ext cx="1294790" cy="274320"/>
          </a:xfrm>
          <a:prstGeom prst="roundRect">
            <a:avLst>
              <a:gd name="adj" fmla="val 50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000" b="1" spc="150">
                <a:solidFill>
                  <a:schemeClr val="bg1"/>
                </a:solidFill>
              </a:rPr>
              <a:t>COST DRIVERS</a:t>
            </a:r>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
        <p:nvSpPr>
          <p:cNvPr id="26" name="Card"/>
          <p:cNvSpPr/>
          <p:nvPr/>
        </p:nvSpPr>
        <p:spPr>
          <a:xfrm>
            <a:off x="548640" y="1600200"/>
            <a:ext cx="2633472" cy="196596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
          <p:cNvSpPr txBox="1"/>
          <p:nvPr/>
        </p:nvSpPr>
        <p:spPr>
          <a:xfrm>
            <a:off x="749808" y="1783080"/>
            <a:ext cx="2286000" cy="1737360"/>
          </a:xfrm>
          <a:prstGeom prst="rect">
            <a:avLst/>
          </a:prstGeom>
          <a:noFill/>
        </p:spPr>
        <p:txBody>
          <a:bodyPr wrap="square" lIns="0" rIns="0" tIns="0" bIns="0" anchor="t">
            <a:spAutoFit/>
          </a:bodyPr>
          <a:lstStyle/>
          <a:p>
            <a:pPr marL="0" indent="0">
              <a:buNone/>
            </a:pPr>
            <a:r>
              <a:rPr sz="3200" b="1">
                <a:solidFill>
                  <a:schemeClr val="tx1"/>
                </a:solidFill>
              </a:rPr>
              <a:t>~1.3 PB</a:t>
            </a:r>
          </a:p>
          <a:p>
            <a:pPr marL="0" indent="0">
              <a:buNone/>
            </a:pPr>
            <a:r>
              <a:rPr sz="800" b="0">
                <a:solidFill>
                  <a:schemeClr val="tx1"/>
                </a:solidFill>
              </a:rPr>
              <a:t> </a:t>
            </a:r>
          </a:p>
          <a:p>
            <a:pPr marL="0" indent="0">
              <a:buNone/>
            </a:pPr>
            <a:r>
              <a:rPr sz="1400" b="1">
                <a:solidFill>
                  <a:schemeClr val="tx1"/>
                </a:solidFill>
              </a:rPr>
              <a:t>Storage allocated</a:t>
            </a:r>
          </a:p>
          <a:p>
            <a:pPr marL="0" indent="0">
              <a:buNone/>
            </a:pPr>
            <a:r>
              <a:rPr sz="1200" b="0">
                <a:solidFill>
                  <a:schemeClr val="tx2"/>
                </a:solidFill>
              </a:rPr>
              <a:t>About 1.3M GB across SAS workspaces</a:t>
            </a:r>
          </a:p>
        </p:txBody>
      </p:sp>
      <p:sp>
        <p:nvSpPr>
          <p:cNvPr id="28" name="Card"/>
          <p:cNvSpPr/>
          <p:nvPr/>
        </p:nvSpPr>
        <p:spPr>
          <a:xfrm>
            <a:off x="3383280" y="1600200"/>
            <a:ext cx="2633472" cy="196596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
          <p:cNvSpPr txBox="1"/>
          <p:nvPr/>
        </p:nvSpPr>
        <p:spPr>
          <a:xfrm>
            <a:off x="3584448" y="1783080"/>
            <a:ext cx="2286000" cy="1737360"/>
          </a:xfrm>
          <a:prstGeom prst="rect">
            <a:avLst/>
          </a:prstGeom>
          <a:noFill/>
        </p:spPr>
        <p:txBody>
          <a:bodyPr wrap="square" lIns="0" rIns="0" tIns="0" bIns="0" anchor="t">
            <a:spAutoFit/>
          </a:bodyPr>
          <a:lstStyle/>
          <a:p>
            <a:pPr marL="0" indent="0">
              <a:buNone/>
            </a:pPr>
            <a:r>
              <a:rPr sz="3200" b="1">
                <a:solidFill>
                  <a:schemeClr val="tx1"/>
                </a:solidFill>
              </a:rPr>
              <a:t>$60K</a:t>
            </a:r>
          </a:p>
          <a:p>
            <a:pPr marL="0" indent="0">
              <a:buNone/>
            </a:pPr>
            <a:r>
              <a:rPr sz="800" b="0">
                <a:solidFill>
                  <a:schemeClr val="tx1"/>
                </a:solidFill>
              </a:rPr>
              <a:t> </a:t>
            </a:r>
          </a:p>
          <a:p>
            <a:pPr marL="0" indent="0">
              <a:buNone/>
            </a:pPr>
            <a:r>
              <a:rPr sz="1400" b="1">
                <a:solidFill>
                  <a:schemeClr val="tx1"/>
                </a:solidFill>
              </a:rPr>
              <a:t>Per PB, per month</a:t>
            </a:r>
          </a:p>
          <a:p>
            <a:pPr marL="0" indent="0">
              <a:buNone/>
            </a:pPr>
            <a:r>
              <a:rPr sz="1200" b="0">
                <a:solidFill>
                  <a:schemeClr val="tx2"/>
                </a:solidFill>
              </a:rPr>
              <a:t>About $720K per PB per year</a:t>
            </a:r>
          </a:p>
        </p:txBody>
      </p:sp>
      <p:sp>
        <p:nvSpPr>
          <p:cNvPr id="30" name="Card"/>
          <p:cNvSpPr/>
          <p:nvPr/>
        </p:nvSpPr>
        <p:spPr>
          <a:xfrm>
            <a:off x="6217920" y="1600200"/>
            <a:ext cx="2633472" cy="196596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
          <p:cNvSpPr txBox="1"/>
          <p:nvPr/>
        </p:nvSpPr>
        <p:spPr>
          <a:xfrm>
            <a:off x="6419088" y="1783080"/>
            <a:ext cx="2286000" cy="1737360"/>
          </a:xfrm>
          <a:prstGeom prst="rect">
            <a:avLst/>
          </a:prstGeom>
          <a:noFill/>
        </p:spPr>
        <p:txBody>
          <a:bodyPr wrap="square" lIns="0" rIns="0" tIns="0" bIns="0" anchor="t">
            <a:spAutoFit/>
          </a:bodyPr>
          <a:lstStyle/>
          <a:p>
            <a:pPr marL="0" indent="0">
              <a:buNone/>
            </a:pPr>
            <a:r>
              <a:rPr sz="3200" b="1">
                <a:solidFill>
                  <a:schemeClr val="accent4"/>
                </a:solidFill>
              </a:rPr>
              <a:t>~$0.94M</a:t>
            </a:r>
          </a:p>
          <a:p>
            <a:pPr marL="0" indent="0">
              <a:buNone/>
            </a:pPr>
            <a:r>
              <a:rPr sz="800" b="0">
                <a:solidFill>
                  <a:schemeClr val="tx1"/>
                </a:solidFill>
              </a:rPr>
              <a:t> </a:t>
            </a:r>
          </a:p>
          <a:p>
            <a:pPr marL="0" indent="0">
              <a:buNone/>
            </a:pPr>
            <a:r>
              <a:rPr sz="1400" b="1">
                <a:solidFill>
                  <a:schemeClr val="tx1"/>
                </a:solidFill>
              </a:rPr>
              <a:t>Implied annual cost</a:t>
            </a:r>
          </a:p>
          <a:p>
            <a:pPr marL="0" indent="0">
              <a:buNone/>
            </a:pPr>
            <a:r>
              <a:rPr sz="1200" b="0">
                <a:solidFill>
                  <a:schemeClr val="tx2"/>
                </a:solidFill>
              </a:rPr>
              <a:t>1.3 PB × $720K, allocation only</a:t>
            </a:r>
          </a:p>
        </p:txBody>
      </p:sp>
      <p:sp>
        <p:nvSpPr>
          <p:cNvPr id="32" name="Card"/>
          <p:cNvSpPr/>
          <p:nvPr/>
        </p:nvSpPr>
        <p:spPr>
          <a:xfrm>
            <a:off x="9052560" y="1600200"/>
            <a:ext cx="2633472" cy="196596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
          <p:cNvSpPr txBox="1"/>
          <p:nvPr/>
        </p:nvSpPr>
        <p:spPr>
          <a:xfrm>
            <a:off x="9253728" y="1783080"/>
            <a:ext cx="2286000" cy="1737360"/>
          </a:xfrm>
          <a:prstGeom prst="rect">
            <a:avLst/>
          </a:prstGeom>
          <a:noFill/>
        </p:spPr>
        <p:txBody>
          <a:bodyPr wrap="square" lIns="0" rIns="0" tIns="0" bIns="0" anchor="t">
            <a:spAutoFit/>
          </a:bodyPr>
          <a:lstStyle/>
          <a:p>
            <a:pPr marL="0" indent="0">
              <a:buNone/>
            </a:pPr>
            <a:r>
              <a:rPr sz="3200" b="1">
                <a:solidFill>
                  <a:schemeClr val="accent1"/>
                </a:solidFill>
              </a:rPr>
              <a:t>4×</a:t>
            </a:r>
          </a:p>
          <a:p>
            <a:pPr marL="0" indent="0">
              <a:buNone/>
            </a:pPr>
            <a:r>
              <a:rPr sz="800" b="0">
                <a:solidFill>
                  <a:schemeClr val="tx1"/>
                </a:solidFill>
              </a:rPr>
              <a:t> </a:t>
            </a:r>
          </a:p>
          <a:p>
            <a:pPr marL="0" indent="0">
              <a:buNone/>
            </a:pPr>
            <a:r>
              <a:rPr sz="1400" b="1">
                <a:solidFill>
                  <a:schemeClr val="tx1"/>
                </a:solidFill>
              </a:rPr>
              <a:t>Impact per active GB</a:t>
            </a:r>
          </a:p>
          <a:p>
            <a:pPr marL="0" indent="0">
              <a:buNone/>
            </a:pPr>
            <a:r>
              <a:rPr sz="1200" b="0">
                <a:solidFill>
                  <a:schemeClr val="tx2"/>
                </a:solidFill>
              </a:rPr>
              <a:t>25 GB active ≈ 100 GB total footprint</a:t>
            </a:r>
          </a:p>
        </p:txBody>
      </p:sp>
      <p:sp>
        <p:nvSpPr>
          <p:cNvPr id="34" name="Card"/>
          <p:cNvSpPr/>
          <p:nvPr/>
        </p:nvSpPr>
        <p:spPr>
          <a:xfrm>
            <a:off x="548640" y="3794760"/>
            <a:ext cx="11091672" cy="868680"/>
          </a:xfrm>
          <a:prstGeom prst="roundRect">
            <a:avLst>
              <a:gd name="adj" fmla="val 8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
          <p:cNvSpPr txBox="1"/>
          <p:nvPr/>
        </p:nvSpPr>
        <p:spPr>
          <a:xfrm>
            <a:off x="777240" y="3794760"/>
            <a:ext cx="10607040" cy="868680"/>
          </a:xfrm>
          <a:prstGeom prst="rect">
            <a:avLst/>
          </a:prstGeom>
          <a:noFill/>
        </p:spPr>
        <p:txBody>
          <a:bodyPr wrap="square" lIns="0" rIns="0" tIns="0" bIns="0" anchor="ctr">
            <a:spAutoFit/>
          </a:bodyPr>
          <a:lstStyle/>
          <a:p>
            <a:pPr marL="0" indent="0">
              <a:buNone/>
            </a:pPr>
            <a:r>
              <a:rPr sz="1500" b="1">
                <a:solidFill>
                  <a:schemeClr val="accent3"/>
                </a:solidFill>
              </a:rPr>
              <a:t>Why it matters: </a:t>
            </a:r>
            <a:r>
              <a:rPr sz="1500" b="0">
                <a:solidFill>
                  <a:schemeClr val="bg1"/>
                </a:solidFill>
              </a:rPr>
              <a:t>we pay for what is allocated, not what is used, and most owners use a small fraction of their allocation.</a:t>
            </a:r>
          </a:p>
        </p:txBody>
      </p:sp>
      <p:sp>
        <p:nvSpPr>
          <p:cNvPr id="36" name="Text"/>
          <p:cNvSpPr txBox="1"/>
          <p:nvPr/>
        </p:nvSpPr>
        <p:spPr>
          <a:xfrm>
            <a:off x="548640" y="4892040"/>
            <a:ext cx="11091672" cy="548640"/>
          </a:xfrm>
          <a:prstGeom prst="rect">
            <a:avLst/>
          </a:prstGeom>
          <a:noFill/>
        </p:spPr>
        <p:txBody>
          <a:bodyPr wrap="square" lIns="0" rIns="0" tIns="0" bIns="0" anchor="t">
            <a:spAutoFit/>
          </a:bodyPr>
          <a:lstStyle/>
          <a:p>
            <a:pPr marL="0" indent="0">
              <a:buNone/>
            </a:pPr>
            <a:r>
              <a:rPr sz="1200" b="1">
                <a:solidFill>
                  <a:schemeClr val="tx2"/>
                </a:solidFill>
              </a:rPr>
              <a:t>Source: </a:t>
            </a:r>
            <a:r>
              <a:rPr sz="1200" b="0">
                <a:solidFill>
                  <a:schemeClr val="tx2"/>
                </a:solidFill>
              </a:rPr>
              <a:t>SAS workspace reporting footnote (Confluence). On-prem allocation cost only; all figures to be validated.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The 4× Multiplier Likely Explains the $1.6M Savings Estimate</a:t>
            </a:r>
          </a:p>
        </p:txBody>
      </p:sp>
      <p:sp>
        <p:nvSpPr>
          <p:cNvPr id="3" name="Section tag"/>
          <p:cNvSpPr/>
          <p:nvPr/>
        </p:nvSpPr>
        <p:spPr>
          <a:xfrm>
            <a:off x="548640" y="274320"/>
            <a:ext cx="1294790" cy="274320"/>
          </a:xfrm>
          <a:prstGeom prst="roundRect">
            <a:avLst>
              <a:gd name="adj" fmla="val 50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000" b="1" spc="150">
                <a:solidFill>
                  <a:schemeClr val="bg1"/>
                </a:solidFill>
              </a:rPr>
              <a:t>COST DRIVERS</a:t>
            </a:r>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
        <p:nvSpPr>
          <p:cNvPr id="26" name="Card"/>
          <p:cNvSpPr/>
          <p:nvPr/>
        </p:nvSpPr>
        <p:spPr>
          <a:xfrm>
            <a:off x="548640" y="1600200"/>
            <a:ext cx="5440680" cy="452628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Eyebrow"/>
          <p:cNvSpPr txBox="1"/>
          <p:nvPr/>
        </p:nvSpPr>
        <p:spPr>
          <a:xfrm>
            <a:off x="777240" y="1783080"/>
            <a:ext cx="5029200" cy="237744"/>
          </a:xfrm>
          <a:prstGeom prst="rect">
            <a:avLst/>
          </a:prstGeom>
          <a:noFill/>
        </p:spPr>
        <p:txBody>
          <a:bodyPr wrap="square" lIns="0" rIns="0" tIns="0" bIns="0" anchor="t">
            <a:spAutoFit/>
          </a:bodyPr>
          <a:lstStyle/>
          <a:p>
            <a:pPr marL="0" indent="0">
              <a:buNone/>
            </a:pPr>
            <a:r>
              <a:rPr sz="1100" b="1" spc="100">
                <a:solidFill>
                  <a:schemeClr val="tx2"/>
                </a:solidFill>
              </a:rPr>
              <a:t>SAVINGS FROM FREEING ~550K GB ($M / YR)</a:t>
            </a:r>
          </a:p>
        </p:txBody>
      </p:sp>
      <p:graphicFrame>
        <p:nvGraphicFramePr>
          <p:cNvPr id="28" name="Chart 27"/>
          <p:cNvGraphicFramePr>
            <a:graphicFrameLocks noGrp="1"/>
          </p:cNvGraphicFramePr>
          <p:nvPr/>
        </p:nvGraphicFramePr>
        <p:xfrm>
          <a:off x="777240" y="2148840"/>
          <a:ext cx="4983480" cy="3794760"/>
        </p:xfrm>
        <a:graphic>
          <a:graphicData uri="http://schemas.openxmlformats.org/drawingml/2006/chart">
            <c:chart xmlns:c="http://schemas.openxmlformats.org/drawingml/2006/chart" r:id="rId3"/>
          </a:graphicData>
        </a:graphic>
      </p:graphicFrame>
      <p:sp>
        <p:nvSpPr>
          <p:cNvPr id="29" name="Eyebrow"/>
          <p:cNvSpPr txBox="1"/>
          <p:nvPr/>
        </p:nvSpPr>
        <p:spPr>
          <a:xfrm>
            <a:off x="6309360" y="1600200"/>
            <a:ext cx="5303520" cy="237744"/>
          </a:xfrm>
          <a:prstGeom prst="rect">
            <a:avLst/>
          </a:prstGeom>
          <a:noFill/>
        </p:spPr>
        <p:txBody>
          <a:bodyPr wrap="square" lIns="0" rIns="0" tIns="0" bIns="0" anchor="t">
            <a:spAutoFit/>
          </a:bodyPr>
          <a:lstStyle/>
          <a:p>
            <a:pPr marL="0" indent="0">
              <a:buNone/>
            </a:pPr>
            <a:r>
              <a:rPr sz="1100" b="1" spc="100">
                <a:solidFill>
                  <a:schemeClr val="tx2"/>
                </a:solidFill>
              </a:rPr>
              <a:t>HOW THE NUMBERS RECONCILE</a:t>
            </a:r>
          </a:p>
        </p:txBody>
      </p:sp>
      <p:sp>
        <p:nvSpPr>
          <p:cNvPr id="30" name="Text"/>
          <p:cNvSpPr txBox="1"/>
          <p:nvPr/>
        </p:nvSpPr>
        <p:spPr>
          <a:xfrm>
            <a:off x="6309360" y="1965960"/>
            <a:ext cx="5330952" cy="2651760"/>
          </a:xfrm>
          <a:prstGeom prst="rect">
            <a:avLst/>
          </a:prstGeom>
          <a:noFill/>
        </p:spPr>
        <p:txBody>
          <a:bodyPr wrap="square" lIns="0" rIns="0" tIns="0" bIns="0" anchor="t">
            <a:spAutoFit/>
          </a:bodyPr>
          <a:lstStyle/>
          <a:p>
            <a:pPr marL="177800" indent="-177800">
              <a:spcAft>
                <a:spcPts val="300"/>
              </a:spcAft>
              <a:buSzPct val="100000"/>
              <a:buChar char="•"/>
            </a:pPr>
            <a:r>
              <a:rPr sz="1300" b="0">
                <a:solidFill>
                  <a:schemeClr val="tx1"/>
                </a:solidFill>
              </a:rPr>
              <a:t>Bringing every owner below 60% utilization frees about 550K GB</a:t>
            </a:r>
          </a:p>
          <a:p>
            <a:pPr marL="177800" indent="-177800">
              <a:spcAft>
                <a:spcPts val="300"/>
              </a:spcAft>
              <a:buSzPct val="100000"/>
              <a:buChar char="•"/>
            </a:pPr>
            <a:r>
              <a:rPr sz="1300" b="0">
                <a:solidFill>
                  <a:schemeClr val="tx1"/>
                </a:solidFill>
              </a:rPr>
              <a:t>At the $720K per PB rate, that is only about $0.40M a year</a:t>
            </a:r>
          </a:p>
          <a:p>
            <a:pPr marL="177800" indent="-177800">
              <a:spcAft>
                <a:spcPts val="300"/>
              </a:spcAft>
              <a:buSzPct val="100000"/>
              <a:buChar char="•"/>
            </a:pPr>
            <a:r>
              <a:rPr sz="1300" b="0">
                <a:solidFill>
                  <a:schemeClr val="tx1"/>
                </a:solidFill>
              </a:rPr>
              <a:t>Applying the 4× impact gives about </a:t>
            </a:r>
            <a:r>
              <a:rPr sz="1300" b="1">
                <a:solidFill>
                  <a:schemeClr val="tx1"/>
                </a:solidFill>
              </a:rPr>
              <a:t>$1.58M</a:t>
            </a:r>
            <a:r>
              <a:rPr sz="1300" b="0">
                <a:solidFill>
                  <a:schemeClr val="tx1"/>
                </a:solidFill>
              </a:rPr>
              <a:t>, in line with the ~$1.6M on the savings slide</a:t>
            </a:r>
          </a:p>
          <a:p>
            <a:pPr marL="177800" indent="-177800">
              <a:spcAft>
                <a:spcPts val="300"/>
              </a:spcAft>
              <a:buSzPct val="100000"/>
              <a:buChar char="•"/>
            </a:pPr>
            <a:r>
              <a:rPr sz="1300" b="0">
                <a:solidFill>
                  <a:schemeClr val="tx1"/>
                </a:solidFill>
              </a:rPr>
              <a:t>If 4× applies to the full allocation, the true run-rate is higher than the ~$0.94M the footnote implies</a:t>
            </a:r>
          </a:p>
        </p:txBody>
      </p:sp>
      <p:sp>
        <p:nvSpPr>
          <p:cNvPr id="31" name="Card"/>
          <p:cNvSpPr/>
          <p:nvPr/>
        </p:nvSpPr>
        <p:spPr>
          <a:xfrm>
            <a:off x="6309360" y="4892040"/>
            <a:ext cx="5330952" cy="1234440"/>
          </a:xfrm>
          <a:prstGeom prst="roundRect">
            <a:avLst>
              <a:gd name="adj" fmla="val 8000"/>
            </a:avLst>
          </a:prstGeom>
          <a:solidFill>
            <a:schemeClr val="accent3">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
          <p:cNvSpPr txBox="1"/>
          <p:nvPr/>
        </p:nvSpPr>
        <p:spPr>
          <a:xfrm>
            <a:off x="6510528" y="5001768"/>
            <a:ext cx="4937760" cy="1051560"/>
          </a:xfrm>
          <a:prstGeom prst="rect">
            <a:avLst/>
          </a:prstGeom>
          <a:noFill/>
        </p:spPr>
        <p:txBody>
          <a:bodyPr wrap="square" lIns="0" rIns="0" tIns="0" bIns="0" anchor="t">
            <a:spAutoFit/>
          </a:bodyPr>
          <a:lstStyle/>
          <a:p>
            <a:pPr marL="0" indent="0">
              <a:buNone/>
            </a:pPr>
            <a:r>
              <a:rPr sz="1100" b="1" spc="100">
                <a:solidFill>
                  <a:schemeClr val="accent3"/>
                </a:solidFill>
              </a:rPr>
              <a:t>TO CONFIRM</a:t>
            </a:r>
          </a:p>
          <a:p>
            <a:pPr marL="0" indent="0">
              <a:buNone/>
            </a:pPr>
            <a:r>
              <a:rPr sz="1300" b="0">
                <a:solidFill>
                  <a:schemeClr val="tx1"/>
                </a:solidFill>
              </a:rPr>
              <a:t>How SAS billing applies the 4×, and what we are actually charged today.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Entitlements Are Platform-Wide; Storage Lives in Workspaces</a:t>
            </a:r>
          </a:p>
        </p:txBody>
      </p:sp>
      <p:sp>
        <p:nvSpPr>
          <p:cNvPr id="3" name="Section tag"/>
          <p:cNvSpPr/>
          <p:nvPr/>
        </p:nvSpPr>
        <p:spPr>
          <a:xfrm>
            <a:off x="548640" y="274320"/>
            <a:ext cx="1294790" cy="274320"/>
          </a:xfrm>
          <a:prstGeom prst="roundRect">
            <a:avLst>
              <a:gd name="adj" fmla="val 50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000" b="1" spc="150">
                <a:solidFill>
                  <a:schemeClr val="bg1"/>
                </a:solidFill>
              </a:rPr>
              <a:t>HOW IT WORKS</a:t>
            </a:r>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
        <p:nvSpPr>
          <p:cNvPr id="26" name="Card"/>
          <p:cNvSpPr/>
          <p:nvPr/>
        </p:nvSpPr>
        <p:spPr>
          <a:xfrm>
            <a:off x="548640" y="1600200"/>
            <a:ext cx="6355080" cy="443484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Card"/>
          <p:cNvSpPr/>
          <p:nvPr/>
        </p:nvSpPr>
        <p:spPr>
          <a:xfrm>
            <a:off x="777240" y="1783080"/>
            <a:ext cx="5897880" cy="548640"/>
          </a:xfrm>
          <a:prstGeom prst="roundRect">
            <a:avLst>
              <a:gd name="adj" fmla="val 8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
          <p:cNvSpPr txBox="1"/>
          <p:nvPr/>
        </p:nvSpPr>
        <p:spPr>
          <a:xfrm>
            <a:off x="960120" y="1783080"/>
            <a:ext cx="5577840" cy="548640"/>
          </a:xfrm>
          <a:prstGeom prst="rect">
            <a:avLst/>
          </a:prstGeom>
          <a:noFill/>
        </p:spPr>
        <p:txBody>
          <a:bodyPr wrap="square" lIns="0" rIns="0" tIns="0" bIns="0" anchor="ctr">
            <a:spAutoFit/>
          </a:bodyPr>
          <a:lstStyle/>
          <a:p>
            <a:pPr marL="0" indent="0">
              <a:buNone/>
            </a:pPr>
            <a:r>
              <a:rPr sz="1100" b="1" spc="100">
                <a:solidFill>
                  <a:schemeClr val="accent3"/>
                </a:solidFill>
              </a:rPr>
              <a:t>SAS ENTITLEMENT</a:t>
            </a:r>
            <a:r>
              <a:rPr sz="1200" b="0">
                <a:solidFill>
                  <a:schemeClr val="bg1"/>
                </a:solidFill>
              </a:rPr>
              <a:t>   License to the platform: any entitled user can reach any workspace</a:t>
            </a:r>
          </a:p>
        </p:txBody>
      </p:sp>
      <p:cxnSp>
        <p:nvCxnSpPr>
          <p:cNvPr id="29" name="Connector 28"/>
          <p:cNvCxnSpPr/>
          <p:nvPr/>
        </p:nvCxnSpPr>
        <p:spPr>
          <a:xfrm>
            <a:off x="1691640" y="2331720"/>
            <a:ext cx="0" cy="320040"/>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Card"/>
          <p:cNvSpPr/>
          <p:nvPr/>
        </p:nvSpPr>
        <p:spPr>
          <a:xfrm>
            <a:off x="777240" y="2697480"/>
            <a:ext cx="1828800" cy="182880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
          <p:cNvSpPr txBox="1"/>
          <p:nvPr/>
        </p:nvSpPr>
        <p:spPr>
          <a:xfrm>
            <a:off x="941832" y="2816352"/>
            <a:ext cx="1554480" cy="320040"/>
          </a:xfrm>
          <a:prstGeom prst="rect">
            <a:avLst/>
          </a:prstGeom>
          <a:noFill/>
        </p:spPr>
        <p:txBody>
          <a:bodyPr wrap="square" lIns="0" rIns="0" tIns="0" bIns="0" anchor="t">
            <a:spAutoFit/>
          </a:bodyPr>
          <a:lstStyle/>
          <a:p>
            <a:pPr marL="0" indent="0">
              <a:buNone/>
            </a:pPr>
            <a:r>
              <a:rPr sz="1400" b="1">
                <a:solidFill>
                  <a:schemeClr val="tx1"/>
                </a:solidFill>
              </a:rPr>
              <a:t>Workspace A</a:t>
            </a:r>
          </a:p>
        </p:txBody>
      </p:sp>
      <p:sp>
        <p:nvSpPr>
          <p:cNvPr id="32" name="Text"/>
          <p:cNvSpPr txBox="1"/>
          <p:nvPr/>
        </p:nvSpPr>
        <p:spPr>
          <a:xfrm>
            <a:off x="941832" y="3127248"/>
            <a:ext cx="1554480" cy="274320"/>
          </a:xfrm>
          <a:prstGeom prst="rect">
            <a:avLst/>
          </a:prstGeom>
          <a:noFill/>
        </p:spPr>
        <p:txBody>
          <a:bodyPr wrap="square" lIns="0" rIns="0" tIns="0" bIns="0" anchor="t">
            <a:spAutoFit/>
          </a:bodyPr>
          <a:lstStyle/>
          <a:p>
            <a:pPr marL="0" indent="0">
              <a:buNone/>
            </a:pPr>
            <a:r>
              <a:rPr sz="1200" b="0">
                <a:solidFill>
                  <a:schemeClr val="tx2"/>
                </a:solidFill>
              </a:rPr>
              <a:t>Owner A</a:t>
            </a:r>
          </a:p>
        </p:txBody>
      </p:sp>
      <p:sp>
        <p:nvSpPr>
          <p:cNvPr id="33" name="Meter"/>
          <p:cNvSpPr/>
          <p:nvPr/>
        </p:nvSpPr>
        <p:spPr>
          <a:xfrm>
            <a:off x="941832" y="3611880"/>
            <a:ext cx="1499616" cy="219456"/>
          </a:xfrm>
          <a:prstGeom prst="roundRect">
            <a:avLst>
              <a:gd name="adj" fmla="val 50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Meter fill"/>
          <p:cNvSpPr/>
          <p:nvPr/>
        </p:nvSpPr>
        <p:spPr>
          <a:xfrm>
            <a:off x="941832" y="3611880"/>
            <a:ext cx="1049731" cy="219456"/>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
          <p:cNvSpPr txBox="1"/>
          <p:nvPr/>
        </p:nvSpPr>
        <p:spPr>
          <a:xfrm>
            <a:off x="941832" y="3931920"/>
            <a:ext cx="1554480" cy="502920"/>
          </a:xfrm>
          <a:prstGeom prst="rect">
            <a:avLst/>
          </a:prstGeom>
          <a:noFill/>
        </p:spPr>
        <p:txBody>
          <a:bodyPr wrap="square" lIns="0" rIns="0" tIns="0" bIns="0" anchor="t">
            <a:spAutoFit/>
          </a:bodyPr>
          <a:lstStyle/>
          <a:p>
            <a:pPr marL="0" indent="0">
              <a:buNone/>
            </a:pPr>
            <a:r>
              <a:rPr sz="1100" b="0">
                <a:solidFill>
                  <a:schemeClr val="tx2"/>
                </a:solidFill>
              </a:rPr>
              <a:t>Allocated vs used</a:t>
            </a:r>
          </a:p>
          <a:p>
            <a:pPr marL="0" indent="0">
              <a:buNone/>
            </a:pPr>
            <a:r>
              <a:rPr sz="1200" b="1">
                <a:solidFill>
                  <a:schemeClr val="tx1"/>
                </a:solidFill>
              </a:rPr>
              <a:t>10 files</a:t>
            </a:r>
          </a:p>
        </p:txBody>
      </p:sp>
      <p:cxnSp>
        <p:nvCxnSpPr>
          <p:cNvPr id="36" name="Connector 35"/>
          <p:cNvCxnSpPr/>
          <p:nvPr/>
        </p:nvCxnSpPr>
        <p:spPr>
          <a:xfrm>
            <a:off x="3703320" y="2331720"/>
            <a:ext cx="0" cy="320040"/>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Card"/>
          <p:cNvSpPr/>
          <p:nvPr/>
        </p:nvSpPr>
        <p:spPr>
          <a:xfrm>
            <a:off x="2788920" y="2697480"/>
            <a:ext cx="1828800" cy="182880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
          <p:cNvSpPr txBox="1"/>
          <p:nvPr/>
        </p:nvSpPr>
        <p:spPr>
          <a:xfrm>
            <a:off x="2953512" y="2816352"/>
            <a:ext cx="1554480" cy="320040"/>
          </a:xfrm>
          <a:prstGeom prst="rect">
            <a:avLst/>
          </a:prstGeom>
          <a:noFill/>
        </p:spPr>
        <p:txBody>
          <a:bodyPr wrap="square" lIns="0" rIns="0" tIns="0" bIns="0" anchor="t">
            <a:spAutoFit/>
          </a:bodyPr>
          <a:lstStyle/>
          <a:p>
            <a:pPr marL="0" indent="0">
              <a:buNone/>
            </a:pPr>
            <a:r>
              <a:rPr sz="1400" b="1">
                <a:solidFill>
                  <a:schemeClr val="tx1"/>
                </a:solidFill>
              </a:rPr>
              <a:t>Workspace B</a:t>
            </a:r>
          </a:p>
        </p:txBody>
      </p:sp>
      <p:sp>
        <p:nvSpPr>
          <p:cNvPr id="39" name="Text"/>
          <p:cNvSpPr txBox="1"/>
          <p:nvPr/>
        </p:nvSpPr>
        <p:spPr>
          <a:xfrm>
            <a:off x="2953512" y="3127248"/>
            <a:ext cx="1554480" cy="274320"/>
          </a:xfrm>
          <a:prstGeom prst="rect">
            <a:avLst/>
          </a:prstGeom>
          <a:noFill/>
        </p:spPr>
        <p:txBody>
          <a:bodyPr wrap="square" lIns="0" rIns="0" tIns="0" bIns="0" anchor="t">
            <a:spAutoFit/>
          </a:bodyPr>
          <a:lstStyle/>
          <a:p>
            <a:pPr marL="0" indent="0">
              <a:buNone/>
            </a:pPr>
            <a:r>
              <a:rPr sz="1200" b="0">
                <a:solidFill>
                  <a:schemeClr val="tx2"/>
                </a:solidFill>
              </a:rPr>
              <a:t>Owner B</a:t>
            </a:r>
          </a:p>
        </p:txBody>
      </p:sp>
      <p:sp>
        <p:nvSpPr>
          <p:cNvPr id="40" name="Meter"/>
          <p:cNvSpPr/>
          <p:nvPr/>
        </p:nvSpPr>
        <p:spPr>
          <a:xfrm>
            <a:off x="2953512" y="3611880"/>
            <a:ext cx="1499616" cy="219456"/>
          </a:xfrm>
          <a:prstGeom prst="roundRect">
            <a:avLst>
              <a:gd name="adj" fmla="val 50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Meter fill"/>
          <p:cNvSpPr/>
          <p:nvPr/>
        </p:nvSpPr>
        <p:spPr>
          <a:xfrm>
            <a:off x="2953512" y="3611880"/>
            <a:ext cx="899769" cy="219456"/>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
          <p:cNvSpPr txBox="1"/>
          <p:nvPr/>
        </p:nvSpPr>
        <p:spPr>
          <a:xfrm>
            <a:off x="2953512" y="3931920"/>
            <a:ext cx="1554480" cy="502920"/>
          </a:xfrm>
          <a:prstGeom prst="rect">
            <a:avLst/>
          </a:prstGeom>
          <a:noFill/>
        </p:spPr>
        <p:txBody>
          <a:bodyPr wrap="square" lIns="0" rIns="0" tIns="0" bIns="0" anchor="t">
            <a:spAutoFit/>
          </a:bodyPr>
          <a:lstStyle/>
          <a:p>
            <a:pPr marL="0" indent="0">
              <a:buNone/>
            </a:pPr>
            <a:r>
              <a:rPr sz="1100" b="0">
                <a:solidFill>
                  <a:schemeClr val="tx2"/>
                </a:solidFill>
              </a:rPr>
              <a:t>Allocated vs used</a:t>
            </a:r>
          </a:p>
          <a:p>
            <a:pPr marL="0" indent="0">
              <a:buNone/>
            </a:pPr>
            <a:r>
              <a:rPr sz="1200" b="1">
                <a:solidFill>
                  <a:schemeClr val="tx1"/>
                </a:solidFill>
              </a:rPr>
              <a:t>10 files</a:t>
            </a:r>
          </a:p>
        </p:txBody>
      </p:sp>
      <p:cxnSp>
        <p:nvCxnSpPr>
          <p:cNvPr id="43" name="Connector 42"/>
          <p:cNvCxnSpPr/>
          <p:nvPr/>
        </p:nvCxnSpPr>
        <p:spPr>
          <a:xfrm>
            <a:off x="5715000" y="2331720"/>
            <a:ext cx="0" cy="320040"/>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Card"/>
          <p:cNvSpPr/>
          <p:nvPr/>
        </p:nvSpPr>
        <p:spPr>
          <a:xfrm>
            <a:off x="4800600" y="2697480"/>
            <a:ext cx="1828800" cy="182880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
          <p:cNvSpPr txBox="1"/>
          <p:nvPr/>
        </p:nvSpPr>
        <p:spPr>
          <a:xfrm>
            <a:off x="4965192" y="2816352"/>
            <a:ext cx="1554480" cy="320040"/>
          </a:xfrm>
          <a:prstGeom prst="rect">
            <a:avLst/>
          </a:prstGeom>
          <a:noFill/>
        </p:spPr>
        <p:txBody>
          <a:bodyPr wrap="square" lIns="0" rIns="0" tIns="0" bIns="0" anchor="t">
            <a:spAutoFit/>
          </a:bodyPr>
          <a:lstStyle/>
          <a:p>
            <a:pPr marL="0" indent="0">
              <a:buNone/>
            </a:pPr>
            <a:r>
              <a:rPr sz="1400" b="1">
                <a:solidFill>
                  <a:schemeClr val="tx1"/>
                </a:solidFill>
              </a:rPr>
              <a:t>Workspace C</a:t>
            </a:r>
          </a:p>
        </p:txBody>
      </p:sp>
      <p:sp>
        <p:nvSpPr>
          <p:cNvPr id="46" name="Text"/>
          <p:cNvSpPr txBox="1"/>
          <p:nvPr/>
        </p:nvSpPr>
        <p:spPr>
          <a:xfrm>
            <a:off x="4965192" y="3127248"/>
            <a:ext cx="1554480" cy="274320"/>
          </a:xfrm>
          <a:prstGeom prst="rect">
            <a:avLst/>
          </a:prstGeom>
          <a:noFill/>
        </p:spPr>
        <p:txBody>
          <a:bodyPr wrap="square" lIns="0" rIns="0" tIns="0" bIns="0" anchor="t">
            <a:spAutoFit/>
          </a:bodyPr>
          <a:lstStyle/>
          <a:p>
            <a:pPr marL="0" indent="0">
              <a:buNone/>
            </a:pPr>
            <a:r>
              <a:rPr sz="1200" b="0">
                <a:solidFill>
                  <a:schemeClr val="tx2"/>
                </a:solidFill>
              </a:rPr>
              <a:t>Owner A</a:t>
            </a:r>
          </a:p>
        </p:txBody>
      </p:sp>
      <p:sp>
        <p:nvSpPr>
          <p:cNvPr id="47" name="Meter"/>
          <p:cNvSpPr/>
          <p:nvPr/>
        </p:nvSpPr>
        <p:spPr>
          <a:xfrm>
            <a:off x="4965192" y="3611880"/>
            <a:ext cx="1499616" cy="219456"/>
          </a:xfrm>
          <a:prstGeom prst="roundRect">
            <a:avLst>
              <a:gd name="adj" fmla="val 50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Meter fill"/>
          <p:cNvSpPr/>
          <p:nvPr/>
        </p:nvSpPr>
        <p:spPr>
          <a:xfrm>
            <a:off x="4965192" y="3611880"/>
            <a:ext cx="109728" cy="219456"/>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
          <p:cNvSpPr txBox="1"/>
          <p:nvPr/>
        </p:nvSpPr>
        <p:spPr>
          <a:xfrm>
            <a:off x="4965192" y="3931920"/>
            <a:ext cx="1554480" cy="502920"/>
          </a:xfrm>
          <a:prstGeom prst="rect">
            <a:avLst/>
          </a:prstGeom>
          <a:noFill/>
        </p:spPr>
        <p:txBody>
          <a:bodyPr wrap="square" lIns="0" rIns="0" tIns="0" bIns="0" anchor="t">
            <a:spAutoFit/>
          </a:bodyPr>
          <a:lstStyle/>
          <a:p>
            <a:pPr marL="0" indent="0">
              <a:buNone/>
            </a:pPr>
            <a:r>
              <a:rPr sz="1100" b="0">
                <a:solidFill>
                  <a:schemeClr val="tx2"/>
                </a:solidFill>
              </a:rPr>
              <a:t>Allocated vs used</a:t>
            </a:r>
          </a:p>
          <a:p>
            <a:pPr marL="0" indent="0">
              <a:buNone/>
            </a:pPr>
            <a:r>
              <a:rPr sz="1200" b="1">
                <a:solidFill>
                  <a:schemeClr val="tx1"/>
                </a:solidFill>
              </a:rPr>
              <a:t>1 file</a:t>
            </a:r>
          </a:p>
        </p:txBody>
      </p:sp>
      <p:sp>
        <p:nvSpPr>
          <p:cNvPr id="50" name="Card"/>
          <p:cNvSpPr/>
          <p:nvPr/>
        </p:nvSpPr>
        <p:spPr>
          <a:xfrm>
            <a:off x="777240" y="4709160"/>
            <a:ext cx="5897880" cy="1143000"/>
          </a:xfrm>
          <a:prstGeom prst="roundRect">
            <a:avLst>
              <a:gd name="adj" fmla="val 8000"/>
            </a:avLst>
          </a:prstGeom>
          <a:solidFill>
            <a:schemeClr val="accent1">
              <a:lumMod val="15000"/>
              <a:lumOff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
          <p:cNvSpPr txBox="1"/>
          <p:nvPr/>
        </p:nvSpPr>
        <p:spPr>
          <a:xfrm>
            <a:off x="960120" y="4709160"/>
            <a:ext cx="5577840" cy="1143000"/>
          </a:xfrm>
          <a:prstGeom prst="rect">
            <a:avLst/>
          </a:prstGeom>
          <a:noFill/>
        </p:spPr>
        <p:txBody>
          <a:bodyPr wrap="square" lIns="0" rIns="0" tIns="0" bIns="0" anchor="ctr">
            <a:spAutoFit/>
          </a:bodyPr>
          <a:lstStyle/>
          <a:p>
            <a:pPr marL="0" indent="0">
              <a:buNone/>
            </a:pPr>
            <a:r>
              <a:rPr sz="1100" b="1" spc="100">
                <a:solidFill>
                  <a:schemeClr val="accent1"/>
                </a:solidFill>
              </a:rPr>
              <a:t>CONSOLIDATE</a:t>
            </a:r>
          </a:p>
          <a:p>
            <a:pPr marL="0" indent="0">
              <a:buNone/>
            </a:pPr>
            <a:r>
              <a:rPr sz="1300" b="0">
                <a:solidFill>
                  <a:schemeClr val="tx1"/>
                </a:solidFill>
              </a:rPr>
              <a:t>Move C's one file into A and retire C. Its whole allocation comes off the bill; no one loses access.</a:t>
            </a:r>
          </a:p>
        </p:txBody>
      </p:sp>
      <p:sp>
        <p:nvSpPr>
          <p:cNvPr id="52" name="Eyebrow"/>
          <p:cNvSpPr txBox="1"/>
          <p:nvPr/>
        </p:nvSpPr>
        <p:spPr>
          <a:xfrm>
            <a:off x="7178040" y="1600200"/>
            <a:ext cx="4462272" cy="237744"/>
          </a:xfrm>
          <a:prstGeom prst="rect">
            <a:avLst/>
          </a:prstGeom>
          <a:noFill/>
        </p:spPr>
        <p:txBody>
          <a:bodyPr wrap="square" lIns="0" rIns="0" tIns="0" bIns="0" anchor="t">
            <a:spAutoFit/>
          </a:bodyPr>
          <a:lstStyle/>
          <a:p>
            <a:pPr marL="0" indent="0">
              <a:buNone/>
            </a:pPr>
            <a:r>
              <a:rPr sz="1100" b="1" spc="100">
                <a:solidFill>
                  <a:schemeClr val="tx2"/>
                </a:solidFill>
              </a:rPr>
              <a:t>WHAT THIS MEANS</a:t>
            </a:r>
          </a:p>
        </p:txBody>
      </p:sp>
      <p:sp>
        <p:nvSpPr>
          <p:cNvPr id="53" name="Text"/>
          <p:cNvSpPr txBox="1"/>
          <p:nvPr/>
        </p:nvSpPr>
        <p:spPr>
          <a:xfrm>
            <a:off x="7178040" y="1965960"/>
            <a:ext cx="4462272" cy="2377440"/>
          </a:xfrm>
          <a:prstGeom prst="rect">
            <a:avLst/>
          </a:prstGeom>
          <a:noFill/>
        </p:spPr>
        <p:txBody>
          <a:bodyPr wrap="square" lIns="0" rIns="0" tIns="0" bIns="0" anchor="t">
            <a:spAutoFit/>
          </a:bodyPr>
          <a:lstStyle/>
          <a:p>
            <a:pPr marL="177800" indent="-177800">
              <a:spcAft>
                <a:spcPts val="300"/>
              </a:spcAft>
              <a:buSzPct val="100000"/>
              <a:buChar char="•"/>
            </a:pPr>
            <a:r>
              <a:rPr sz="1300" b="0">
                <a:solidFill>
                  <a:schemeClr val="tx1"/>
                </a:solidFill>
              </a:rPr>
              <a:t>Entitlements and storage are two separate populations to reduce</a:t>
            </a:r>
          </a:p>
          <a:p>
            <a:pPr marL="177800" indent="-177800">
              <a:spcAft>
                <a:spcPts val="300"/>
              </a:spcAft>
              <a:buSzPct val="100000"/>
              <a:buChar char="•"/>
            </a:pPr>
            <a:r>
              <a:rPr sz="1300" b="0">
                <a:solidFill>
                  <a:schemeClr val="tx1"/>
                </a:solidFill>
              </a:rPr>
              <a:t>One owner can hold several workspaces: 166 workspaces sit with 64 owners</a:t>
            </a:r>
          </a:p>
          <a:p>
            <a:pPr marL="177800" indent="-177800">
              <a:spcAft>
                <a:spcPts val="300"/>
              </a:spcAft>
              <a:buSzPct val="100000"/>
              <a:buChar char="•"/>
            </a:pPr>
            <a:r>
              <a:rPr sz="1300" b="0">
                <a:solidFill>
                  <a:schemeClr val="tx1"/>
                </a:solidFill>
              </a:rPr>
              <a:t>We pay for each workspace's allocation, whether it holds 10 files or one</a:t>
            </a:r>
          </a:p>
        </p:txBody>
      </p:sp>
      <p:sp>
        <p:nvSpPr>
          <p:cNvPr id="54" name="Card"/>
          <p:cNvSpPr/>
          <p:nvPr/>
        </p:nvSpPr>
        <p:spPr>
          <a:xfrm>
            <a:off x="7178040" y="4343400"/>
            <a:ext cx="4462272" cy="1691640"/>
          </a:xfrm>
          <a:prstGeom prst="roundRect">
            <a:avLst>
              <a:gd name="adj" fmla="val 8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
          <p:cNvSpPr txBox="1"/>
          <p:nvPr/>
        </p:nvSpPr>
        <p:spPr>
          <a:xfrm>
            <a:off x="7379208" y="4343400"/>
            <a:ext cx="4069080" cy="1691640"/>
          </a:xfrm>
          <a:prstGeom prst="rect">
            <a:avLst/>
          </a:prstGeom>
          <a:noFill/>
        </p:spPr>
        <p:txBody>
          <a:bodyPr wrap="square" lIns="0" rIns="0" tIns="0" bIns="0" anchor="ctr">
            <a:spAutoFit/>
          </a:bodyPr>
          <a:lstStyle/>
          <a:p>
            <a:pPr marL="0" indent="0">
              <a:buNone/>
            </a:pPr>
            <a:r>
              <a:rPr sz="1100" b="1" spc="100">
                <a:solidFill>
                  <a:schemeClr val="accent3"/>
                </a:solidFill>
              </a:rPr>
              <a:t>CASE IN POINT</a:t>
            </a:r>
          </a:p>
          <a:p>
            <a:pPr marL="0" indent="0">
              <a:buNone/>
            </a:pPr>
            <a:r>
              <a:rPr sz="1300" b="0">
                <a:solidFill>
                  <a:schemeClr val="bg1"/>
                </a:solidFill>
              </a:rPr>
              <a:t>A user's entitlement was removed, but his workspace still holds allocated storage. </a:t>
            </a:r>
            <a:r>
              <a:rPr sz="1300" b="1">
                <a:solidFill>
                  <a:schemeClr val="bg1"/>
                </a:solidFill>
              </a:rPr>
              <a:t>Removing access alone does not cut storage cost.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Three Pieces, Storage First</a:t>
            </a:r>
          </a:p>
        </p:txBody>
      </p:sp>
      <p:sp>
        <p:nvSpPr>
          <p:cNvPr id="3" name="Section tag"/>
          <p:cNvSpPr/>
          <p:nvPr/>
        </p:nvSpPr>
        <p:spPr>
          <a:xfrm>
            <a:off x="548640" y="274320"/>
            <a:ext cx="991209" cy="27432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000" b="1" spc="150">
                <a:solidFill>
                  <a:schemeClr val="bg1"/>
                </a:solidFill>
              </a:rPr>
              <a:t>APPROACH</a:t>
            </a:r>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
        <p:nvSpPr>
          <p:cNvPr id="26" name="Card"/>
          <p:cNvSpPr/>
          <p:nvPr/>
        </p:nvSpPr>
        <p:spPr>
          <a:xfrm>
            <a:off x="548640" y="1600200"/>
            <a:ext cx="3557016" cy="342900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Number"/>
          <p:cNvSpPr/>
          <p:nvPr/>
        </p:nvSpPr>
        <p:spPr>
          <a:xfrm>
            <a:off x="749808" y="1783080"/>
            <a:ext cx="411480" cy="4114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400" b="1">
                <a:solidFill>
                  <a:schemeClr val="bg1"/>
                </a:solidFill>
              </a:rPr>
              <a:t>1</a:t>
            </a:r>
          </a:p>
        </p:txBody>
      </p:sp>
      <p:sp>
        <p:nvSpPr>
          <p:cNvPr id="28" name="Text"/>
          <p:cNvSpPr txBox="1"/>
          <p:nvPr/>
        </p:nvSpPr>
        <p:spPr>
          <a:xfrm>
            <a:off x="1298448" y="1783080"/>
            <a:ext cx="1600200" cy="411480"/>
          </a:xfrm>
          <a:prstGeom prst="rect">
            <a:avLst/>
          </a:prstGeom>
          <a:noFill/>
        </p:spPr>
        <p:txBody>
          <a:bodyPr wrap="square" lIns="0" rIns="0" tIns="0" bIns="0" anchor="ctr">
            <a:spAutoFit/>
          </a:bodyPr>
          <a:lstStyle/>
          <a:p>
            <a:pPr marL="0" indent="0">
              <a:buNone/>
            </a:pPr>
            <a:r>
              <a:rPr sz="1500" b="1">
                <a:solidFill>
                  <a:schemeClr val="tx1"/>
                </a:solidFill>
              </a:rPr>
              <a:t>Storage Allocation</a:t>
            </a:r>
          </a:p>
        </p:txBody>
      </p:sp>
      <p:sp>
        <p:nvSpPr>
          <p:cNvPr id="29" name="Status chip"/>
          <p:cNvSpPr/>
          <p:nvPr/>
        </p:nvSpPr>
        <p:spPr>
          <a:xfrm>
            <a:off x="2898648" y="1847088"/>
            <a:ext cx="1005840" cy="27432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100" b="1">
                <a:solidFill>
                  <a:schemeClr val="bg1"/>
                </a:solidFill>
              </a:rPr>
              <a:t>Priority 1</a:t>
            </a:r>
          </a:p>
        </p:txBody>
      </p:sp>
      <p:sp>
        <p:nvSpPr>
          <p:cNvPr id="30" name="Eyebrow"/>
          <p:cNvSpPr txBox="1"/>
          <p:nvPr/>
        </p:nvSpPr>
        <p:spPr>
          <a:xfrm>
            <a:off x="749808" y="2423160"/>
            <a:ext cx="3108960" cy="237744"/>
          </a:xfrm>
          <a:prstGeom prst="rect">
            <a:avLst/>
          </a:prstGeom>
          <a:noFill/>
        </p:spPr>
        <p:txBody>
          <a:bodyPr wrap="square" lIns="0" rIns="0" tIns="0" bIns="0" anchor="t">
            <a:spAutoFit/>
          </a:bodyPr>
          <a:lstStyle/>
          <a:p>
            <a:pPr marL="0" indent="0">
              <a:buNone/>
            </a:pPr>
            <a:r>
              <a:rPr sz="1100" b="1" spc="100">
                <a:solidFill>
                  <a:schemeClr val="tx2"/>
                </a:solidFill>
              </a:rPr>
              <a:t>WHAT</a:t>
            </a:r>
          </a:p>
        </p:txBody>
      </p:sp>
      <p:sp>
        <p:nvSpPr>
          <p:cNvPr id="31" name="Text"/>
          <p:cNvSpPr txBox="1"/>
          <p:nvPr/>
        </p:nvSpPr>
        <p:spPr>
          <a:xfrm>
            <a:off x="749808" y="2697480"/>
            <a:ext cx="3154680" cy="1097280"/>
          </a:xfrm>
          <a:prstGeom prst="rect">
            <a:avLst/>
          </a:prstGeom>
          <a:noFill/>
        </p:spPr>
        <p:txBody>
          <a:bodyPr wrap="square" lIns="0" rIns="0" tIns="0" bIns="0" anchor="t">
            <a:spAutoFit/>
          </a:bodyPr>
          <a:lstStyle/>
          <a:p>
            <a:pPr marL="0" indent="0">
              <a:buNone/>
            </a:pPr>
            <a:r>
              <a:rPr sz="1300" b="0">
                <a:solidFill>
                  <a:schemeClr val="tx1"/>
                </a:solidFill>
              </a:rPr>
              <a:t>Eliminate 0% utilization workspaces, consolidate owners with several workspaces, and cut oversized allocations.</a:t>
            </a:r>
          </a:p>
        </p:txBody>
      </p:sp>
      <p:sp>
        <p:nvSpPr>
          <p:cNvPr id="32" name="Eyebrow"/>
          <p:cNvSpPr txBox="1"/>
          <p:nvPr/>
        </p:nvSpPr>
        <p:spPr>
          <a:xfrm>
            <a:off x="749808" y="3794760"/>
            <a:ext cx="3108960" cy="237744"/>
          </a:xfrm>
          <a:prstGeom prst="rect">
            <a:avLst/>
          </a:prstGeom>
          <a:noFill/>
        </p:spPr>
        <p:txBody>
          <a:bodyPr wrap="square" lIns="0" rIns="0" tIns="0" bIns="0" anchor="t">
            <a:spAutoFit/>
          </a:bodyPr>
          <a:lstStyle/>
          <a:p>
            <a:pPr marL="0" indent="0">
              <a:buNone/>
            </a:pPr>
            <a:r>
              <a:rPr sz="1100" b="1" spc="100">
                <a:solidFill>
                  <a:schemeClr val="tx2"/>
                </a:solidFill>
              </a:rPr>
              <a:t>WHY</a:t>
            </a:r>
          </a:p>
        </p:txBody>
      </p:sp>
      <p:sp>
        <p:nvSpPr>
          <p:cNvPr id="33" name="Text"/>
          <p:cNvSpPr txBox="1"/>
          <p:nvPr/>
        </p:nvSpPr>
        <p:spPr>
          <a:xfrm>
            <a:off x="749808" y="4069080"/>
            <a:ext cx="3154680" cy="868680"/>
          </a:xfrm>
          <a:prstGeom prst="rect">
            <a:avLst/>
          </a:prstGeom>
          <a:noFill/>
        </p:spPr>
        <p:txBody>
          <a:bodyPr wrap="square" lIns="0" rIns="0" tIns="0" bIns="0" anchor="t">
            <a:spAutoFit/>
          </a:bodyPr>
          <a:lstStyle/>
          <a:p>
            <a:pPr marL="0" indent="0">
              <a:buNone/>
            </a:pPr>
            <a:r>
              <a:rPr sz="1300" b="0">
                <a:solidFill>
                  <a:schemeClr val="tx1"/>
                </a:solidFill>
              </a:rPr>
              <a:t>The biggest cost lever: each active GB carries about a 4× footprint.</a:t>
            </a:r>
          </a:p>
        </p:txBody>
      </p:sp>
      <p:sp>
        <p:nvSpPr>
          <p:cNvPr id="34" name="Card"/>
          <p:cNvSpPr/>
          <p:nvPr/>
        </p:nvSpPr>
        <p:spPr>
          <a:xfrm>
            <a:off x="4315968" y="1600200"/>
            <a:ext cx="3557016" cy="342900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Number"/>
          <p:cNvSpPr/>
          <p:nvPr/>
        </p:nvSpPr>
        <p:spPr>
          <a:xfrm>
            <a:off x="4517136" y="1783080"/>
            <a:ext cx="411480" cy="41148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400" b="1">
                <a:solidFill>
                  <a:schemeClr val="bg1"/>
                </a:solidFill>
              </a:rPr>
              <a:t>2</a:t>
            </a:r>
          </a:p>
        </p:txBody>
      </p:sp>
      <p:sp>
        <p:nvSpPr>
          <p:cNvPr id="36" name="Text"/>
          <p:cNvSpPr txBox="1"/>
          <p:nvPr/>
        </p:nvSpPr>
        <p:spPr>
          <a:xfrm>
            <a:off x="5065776" y="1783080"/>
            <a:ext cx="1600200" cy="411480"/>
          </a:xfrm>
          <a:prstGeom prst="rect">
            <a:avLst/>
          </a:prstGeom>
          <a:noFill/>
        </p:spPr>
        <p:txBody>
          <a:bodyPr wrap="square" lIns="0" rIns="0" tIns="0" bIns="0" anchor="ctr">
            <a:spAutoFit/>
          </a:bodyPr>
          <a:lstStyle/>
          <a:p>
            <a:pPr marL="0" indent="0">
              <a:buNone/>
            </a:pPr>
            <a:r>
              <a:rPr sz="1500" b="1">
                <a:solidFill>
                  <a:schemeClr val="tx1"/>
                </a:solidFill>
              </a:rPr>
              <a:t>Entitlements</a:t>
            </a:r>
          </a:p>
        </p:txBody>
      </p:sp>
      <p:sp>
        <p:nvSpPr>
          <p:cNvPr id="37" name="Status chip"/>
          <p:cNvSpPr/>
          <p:nvPr/>
        </p:nvSpPr>
        <p:spPr>
          <a:xfrm>
            <a:off x="6665975" y="1847088"/>
            <a:ext cx="1005840" cy="274320"/>
          </a:xfrm>
          <a:prstGeom prst="roundRect">
            <a:avLst>
              <a:gd name="adj"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100" b="1">
                <a:solidFill>
                  <a:schemeClr val="bg1"/>
                </a:solidFill>
              </a:rPr>
              <a:t>Priority 2</a:t>
            </a:r>
          </a:p>
        </p:txBody>
      </p:sp>
      <p:sp>
        <p:nvSpPr>
          <p:cNvPr id="38" name="Eyebrow"/>
          <p:cNvSpPr txBox="1"/>
          <p:nvPr/>
        </p:nvSpPr>
        <p:spPr>
          <a:xfrm>
            <a:off x="4517136" y="2423160"/>
            <a:ext cx="3108960" cy="237744"/>
          </a:xfrm>
          <a:prstGeom prst="rect">
            <a:avLst/>
          </a:prstGeom>
          <a:noFill/>
        </p:spPr>
        <p:txBody>
          <a:bodyPr wrap="square" lIns="0" rIns="0" tIns="0" bIns="0" anchor="t">
            <a:spAutoFit/>
          </a:bodyPr>
          <a:lstStyle/>
          <a:p>
            <a:pPr marL="0" indent="0">
              <a:buNone/>
            </a:pPr>
            <a:r>
              <a:rPr sz="1100" b="1" spc="100">
                <a:solidFill>
                  <a:schemeClr val="tx2"/>
                </a:solidFill>
              </a:rPr>
              <a:t>WHAT</a:t>
            </a:r>
          </a:p>
        </p:txBody>
      </p:sp>
      <p:sp>
        <p:nvSpPr>
          <p:cNvPr id="39" name="Text"/>
          <p:cNvSpPr txBox="1"/>
          <p:nvPr/>
        </p:nvSpPr>
        <p:spPr>
          <a:xfrm>
            <a:off x="4517136" y="2697480"/>
            <a:ext cx="3154680" cy="1097280"/>
          </a:xfrm>
          <a:prstGeom prst="rect">
            <a:avLst/>
          </a:prstGeom>
          <a:noFill/>
        </p:spPr>
        <p:txBody>
          <a:bodyPr wrap="square" lIns="0" rIns="0" tIns="0" bIns="0" anchor="t">
            <a:spAutoFit/>
          </a:bodyPr>
          <a:lstStyle/>
          <a:p>
            <a:pPr marL="0" indent="0">
              <a:buNone/>
            </a:pPr>
            <a:r>
              <a:rPr sz="1300" b="0">
                <a:solidFill>
                  <a:schemeClr val="tx1"/>
                </a:solidFill>
              </a:rPr>
              <a:t>Remove SAS access for users who don't need it, starting with groups that hold no storage and heavily entitled groups.</a:t>
            </a:r>
          </a:p>
        </p:txBody>
      </p:sp>
      <p:sp>
        <p:nvSpPr>
          <p:cNvPr id="40" name="Eyebrow"/>
          <p:cNvSpPr txBox="1"/>
          <p:nvPr/>
        </p:nvSpPr>
        <p:spPr>
          <a:xfrm>
            <a:off x="4517136" y="3794760"/>
            <a:ext cx="3108960" cy="237744"/>
          </a:xfrm>
          <a:prstGeom prst="rect">
            <a:avLst/>
          </a:prstGeom>
          <a:noFill/>
        </p:spPr>
        <p:txBody>
          <a:bodyPr wrap="square" lIns="0" rIns="0" tIns="0" bIns="0" anchor="t">
            <a:spAutoFit/>
          </a:bodyPr>
          <a:lstStyle/>
          <a:p>
            <a:pPr marL="0" indent="0">
              <a:buNone/>
            </a:pPr>
            <a:r>
              <a:rPr sz="1100" b="1" spc="100">
                <a:solidFill>
                  <a:schemeClr val="tx2"/>
                </a:solidFill>
              </a:rPr>
              <a:t>WHY</a:t>
            </a:r>
          </a:p>
        </p:txBody>
      </p:sp>
      <p:sp>
        <p:nvSpPr>
          <p:cNvPr id="41" name="Text"/>
          <p:cNvSpPr txBox="1"/>
          <p:nvPr/>
        </p:nvSpPr>
        <p:spPr>
          <a:xfrm>
            <a:off x="4517136" y="4069080"/>
            <a:ext cx="3154680" cy="868680"/>
          </a:xfrm>
          <a:prstGeom prst="rect">
            <a:avLst/>
          </a:prstGeom>
          <a:noFill/>
        </p:spPr>
        <p:txBody>
          <a:bodyPr wrap="square" lIns="0" rIns="0" tIns="0" bIns="0" anchor="t">
            <a:spAutoFit/>
          </a:bodyPr>
          <a:lstStyle/>
          <a:p>
            <a:pPr marL="0" indent="0">
              <a:buNone/>
            </a:pPr>
            <a:r>
              <a:rPr sz="1300" b="0">
                <a:solidFill>
                  <a:schemeClr val="tx1"/>
                </a:solidFill>
              </a:rPr>
              <a:t>A separate population; cuts access risk and any per-user cost, not storage.</a:t>
            </a:r>
          </a:p>
        </p:txBody>
      </p:sp>
      <p:sp>
        <p:nvSpPr>
          <p:cNvPr id="42" name="Card"/>
          <p:cNvSpPr/>
          <p:nvPr/>
        </p:nvSpPr>
        <p:spPr>
          <a:xfrm>
            <a:off x="8083296" y="1600200"/>
            <a:ext cx="3557016" cy="342900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Number"/>
          <p:cNvSpPr/>
          <p:nvPr/>
        </p:nvSpPr>
        <p:spPr>
          <a:xfrm>
            <a:off x="8284464" y="1783080"/>
            <a:ext cx="411480" cy="411480"/>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400" b="1">
                <a:solidFill>
                  <a:schemeClr val="bg1"/>
                </a:solidFill>
              </a:rPr>
              <a:t>3</a:t>
            </a:r>
          </a:p>
        </p:txBody>
      </p:sp>
      <p:sp>
        <p:nvSpPr>
          <p:cNvPr id="44" name="Text"/>
          <p:cNvSpPr txBox="1"/>
          <p:nvPr/>
        </p:nvSpPr>
        <p:spPr>
          <a:xfrm>
            <a:off x="8833104" y="1783080"/>
            <a:ext cx="1600200" cy="411480"/>
          </a:xfrm>
          <a:prstGeom prst="rect">
            <a:avLst/>
          </a:prstGeom>
          <a:noFill/>
        </p:spPr>
        <p:txBody>
          <a:bodyPr wrap="square" lIns="0" rIns="0" tIns="0" bIns="0" anchor="ctr">
            <a:spAutoFit/>
          </a:bodyPr>
          <a:lstStyle/>
          <a:p>
            <a:pPr marL="0" indent="0">
              <a:buNone/>
            </a:pPr>
            <a:r>
              <a:rPr sz="1500" b="1">
                <a:solidFill>
                  <a:schemeClr val="tx1"/>
                </a:solidFill>
              </a:rPr>
              <a:t>Overlap</a:t>
            </a:r>
          </a:p>
        </p:txBody>
      </p:sp>
      <p:sp>
        <p:nvSpPr>
          <p:cNvPr id="45" name="Status chip"/>
          <p:cNvSpPr/>
          <p:nvPr/>
        </p:nvSpPr>
        <p:spPr>
          <a:xfrm>
            <a:off x="10433304" y="1847088"/>
            <a:ext cx="1005840" cy="27432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100" b="1">
                <a:solidFill>
                  <a:schemeClr val="bg1"/>
                </a:solidFill>
              </a:rPr>
              <a:t>Later</a:t>
            </a:r>
          </a:p>
        </p:txBody>
      </p:sp>
      <p:sp>
        <p:nvSpPr>
          <p:cNvPr id="46" name="Eyebrow"/>
          <p:cNvSpPr txBox="1"/>
          <p:nvPr/>
        </p:nvSpPr>
        <p:spPr>
          <a:xfrm>
            <a:off x="8284464" y="2423160"/>
            <a:ext cx="3108960" cy="237744"/>
          </a:xfrm>
          <a:prstGeom prst="rect">
            <a:avLst/>
          </a:prstGeom>
          <a:noFill/>
        </p:spPr>
        <p:txBody>
          <a:bodyPr wrap="square" lIns="0" rIns="0" tIns="0" bIns="0" anchor="t">
            <a:spAutoFit/>
          </a:bodyPr>
          <a:lstStyle/>
          <a:p>
            <a:pPr marL="0" indent="0">
              <a:buNone/>
            </a:pPr>
            <a:r>
              <a:rPr sz="1100" b="1" spc="100">
                <a:solidFill>
                  <a:schemeClr val="tx2"/>
                </a:solidFill>
              </a:rPr>
              <a:t>WHAT</a:t>
            </a:r>
          </a:p>
        </p:txBody>
      </p:sp>
      <p:sp>
        <p:nvSpPr>
          <p:cNvPr id="47" name="Text"/>
          <p:cNvSpPr txBox="1"/>
          <p:nvPr/>
        </p:nvSpPr>
        <p:spPr>
          <a:xfrm>
            <a:off x="8284464" y="2697480"/>
            <a:ext cx="3154680" cy="1097280"/>
          </a:xfrm>
          <a:prstGeom prst="rect">
            <a:avLst/>
          </a:prstGeom>
          <a:noFill/>
        </p:spPr>
        <p:txBody>
          <a:bodyPr wrap="square" lIns="0" rIns="0" tIns="0" bIns="0" anchor="t">
            <a:spAutoFit/>
          </a:bodyPr>
          <a:lstStyle/>
          <a:p>
            <a:pPr marL="0" indent="0">
              <a:buNone/>
            </a:pPr>
            <a:r>
              <a:rPr sz="1300" b="0">
                <a:solidFill>
                  <a:schemeClr val="tx1"/>
                </a:solidFill>
              </a:rPr>
              <a:t>People who are both owners and users, or who moved roles and no longer need a workspace or access.</a:t>
            </a:r>
          </a:p>
        </p:txBody>
      </p:sp>
      <p:sp>
        <p:nvSpPr>
          <p:cNvPr id="48" name="Eyebrow"/>
          <p:cNvSpPr txBox="1"/>
          <p:nvPr/>
        </p:nvSpPr>
        <p:spPr>
          <a:xfrm>
            <a:off x="8284464" y="3794760"/>
            <a:ext cx="3108960" cy="237744"/>
          </a:xfrm>
          <a:prstGeom prst="rect">
            <a:avLst/>
          </a:prstGeom>
          <a:noFill/>
        </p:spPr>
        <p:txBody>
          <a:bodyPr wrap="square" lIns="0" rIns="0" tIns="0" bIns="0" anchor="t">
            <a:spAutoFit/>
          </a:bodyPr>
          <a:lstStyle/>
          <a:p>
            <a:pPr marL="0" indent="0">
              <a:buNone/>
            </a:pPr>
            <a:r>
              <a:rPr sz="1100" b="1" spc="100">
                <a:solidFill>
                  <a:schemeClr val="tx2"/>
                </a:solidFill>
              </a:rPr>
              <a:t>WHY</a:t>
            </a:r>
          </a:p>
        </p:txBody>
      </p:sp>
      <p:sp>
        <p:nvSpPr>
          <p:cNvPr id="49" name="Text"/>
          <p:cNvSpPr txBox="1"/>
          <p:nvPr/>
        </p:nvSpPr>
        <p:spPr>
          <a:xfrm>
            <a:off x="8284464" y="4069080"/>
            <a:ext cx="3154680" cy="868680"/>
          </a:xfrm>
          <a:prstGeom prst="rect">
            <a:avLst/>
          </a:prstGeom>
          <a:noFill/>
        </p:spPr>
        <p:txBody>
          <a:bodyPr wrap="square" lIns="0" rIns="0" tIns="0" bIns="0" anchor="t">
            <a:spAutoFit/>
          </a:bodyPr>
          <a:lstStyle/>
          <a:p>
            <a:pPr marL="0" indent="0">
              <a:buNone/>
            </a:pPr>
            <a:r>
              <a:rPr sz="1300" b="0">
                <a:solidFill>
                  <a:schemeClr val="tx1"/>
                </a:solidFill>
              </a:rPr>
              <a:t>Hard to identify up front; becomes clearer as pieces 1 and 2 progress.</a:t>
            </a:r>
          </a:p>
        </p:txBody>
      </p:sp>
      <p:sp>
        <p:nvSpPr>
          <p:cNvPr id="50" name="Card"/>
          <p:cNvSpPr/>
          <p:nvPr/>
        </p:nvSpPr>
        <p:spPr>
          <a:xfrm>
            <a:off x="548640" y="5212080"/>
            <a:ext cx="11091672" cy="777240"/>
          </a:xfrm>
          <a:prstGeom prst="roundRect">
            <a:avLst>
              <a:gd name="adj" fmla="val 8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
          <p:cNvSpPr txBox="1"/>
          <p:nvPr/>
        </p:nvSpPr>
        <p:spPr>
          <a:xfrm>
            <a:off x="777240" y="5212080"/>
            <a:ext cx="10607040" cy="777240"/>
          </a:xfrm>
          <a:prstGeom prst="rect">
            <a:avLst/>
          </a:prstGeom>
          <a:noFill/>
        </p:spPr>
        <p:txBody>
          <a:bodyPr wrap="square" lIns="0" rIns="0" tIns="0" bIns="0" anchor="ctr">
            <a:spAutoFit/>
          </a:bodyPr>
          <a:lstStyle/>
          <a:p>
            <a:pPr marL="0" indent="0">
              <a:buNone/>
            </a:pPr>
            <a:r>
              <a:rPr sz="1500" b="1">
                <a:solidFill>
                  <a:schemeClr val="accent3"/>
                </a:solidFill>
              </a:rPr>
              <a:t>Sequencing: </a:t>
            </a:r>
            <a:r>
              <a:rPr sz="1500" b="0">
                <a:solidFill>
                  <a:schemeClr val="bg1"/>
                </a:solidFill>
              </a:rPr>
              <a:t>storage first, then entitlements. Running both at once would be too disruptive for owners and users.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Storage Allocation: Work Through It Workspace by Workspace</a:t>
            </a:r>
          </a:p>
        </p:txBody>
      </p:sp>
      <p:sp>
        <p:nvSpPr>
          <p:cNvPr id="3" name="Section tag"/>
          <p:cNvSpPr/>
          <p:nvPr/>
        </p:nvSpPr>
        <p:spPr>
          <a:xfrm>
            <a:off x="548640" y="274320"/>
            <a:ext cx="2509113" cy="27432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000" b="1" spc="150">
                <a:solidFill>
                  <a:schemeClr val="bg1"/>
                </a:solidFill>
              </a:rPr>
              <a:t>PIECE 1 · STORAGE ALLOCATION</a:t>
            </a:r>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
        <p:nvSpPr>
          <p:cNvPr id="26" name="Card"/>
          <p:cNvSpPr/>
          <p:nvPr/>
        </p:nvSpPr>
        <p:spPr>
          <a:xfrm>
            <a:off x="548640" y="1600200"/>
            <a:ext cx="3429000" cy="233172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Number"/>
          <p:cNvSpPr/>
          <p:nvPr/>
        </p:nvSpPr>
        <p:spPr>
          <a:xfrm>
            <a:off x="749808" y="1783080"/>
            <a:ext cx="411480" cy="4114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400" b="1">
                <a:solidFill>
                  <a:schemeClr val="bg1"/>
                </a:solidFill>
              </a:rPr>
              <a:t>1</a:t>
            </a:r>
          </a:p>
        </p:txBody>
      </p:sp>
      <p:sp>
        <p:nvSpPr>
          <p:cNvPr id="28" name="Text"/>
          <p:cNvSpPr txBox="1"/>
          <p:nvPr/>
        </p:nvSpPr>
        <p:spPr>
          <a:xfrm>
            <a:off x="1298448" y="1783080"/>
            <a:ext cx="2560320" cy="411480"/>
          </a:xfrm>
          <a:prstGeom prst="rect">
            <a:avLst/>
          </a:prstGeom>
          <a:noFill/>
        </p:spPr>
        <p:txBody>
          <a:bodyPr wrap="square" lIns="0" rIns="0" tIns="0" bIns="0" anchor="ctr">
            <a:spAutoFit/>
          </a:bodyPr>
          <a:lstStyle/>
          <a:p>
            <a:pPr marL="0" indent="0">
              <a:buNone/>
            </a:pPr>
            <a:r>
              <a:rPr sz="1500" b="1">
                <a:solidFill>
                  <a:schemeClr val="tx1"/>
                </a:solidFill>
              </a:rPr>
              <a:t>Eliminate 0% Workspaces</a:t>
            </a:r>
          </a:p>
        </p:txBody>
      </p:sp>
      <p:sp>
        <p:nvSpPr>
          <p:cNvPr id="29" name="Text"/>
          <p:cNvSpPr txBox="1"/>
          <p:nvPr/>
        </p:nvSpPr>
        <p:spPr>
          <a:xfrm>
            <a:off x="749808" y="2377440"/>
            <a:ext cx="3017520" cy="868680"/>
          </a:xfrm>
          <a:prstGeom prst="rect">
            <a:avLst/>
          </a:prstGeom>
          <a:noFill/>
        </p:spPr>
        <p:txBody>
          <a:bodyPr wrap="square" lIns="0" rIns="0" tIns="0" bIns="0" anchor="t">
            <a:spAutoFit/>
          </a:bodyPr>
          <a:lstStyle/>
          <a:p>
            <a:pPr marL="0" indent="0">
              <a:buNone/>
            </a:pPr>
            <a:r>
              <a:rPr sz="1300" b="0">
                <a:solidFill>
                  <a:schemeClr val="tx1"/>
                </a:solidFill>
              </a:rPr>
              <a:t>Remove or archive workspaces with no usage; their full allocation comes off the bill.</a:t>
            </a:r>
          </a:p>
        </p:txBody>
      </p:sp>
      <p:sp>
        <p:nvSpPr>
          <p:cNvPr id="30" name="Text"/>
          <p:cNvSpPr txBox="1"/>
          <p:nvPr/>
        </p:nvSpPr>
        <p:spPr>
          <a:xfrm>
            <a:off x="749808" y="3291840"/>
            <a:ext cx="3017520" cy="502920"/>
          </a:xfrm>
          <a:prstGeom prst="rect">
            <a:avLst/>
          </a:prstGeom>
          <a:noFill/>
        </p:spPr>
        <p:txBody>
          <a:bodyPr wrap="square" lIns="0" rIns="0" tIns="0" bIns="0" anchor="ctr">
            <a:spAutoFit/>
          </a:bodyPr>
          <a:lstStyle/>
          <a:p>
            <a:pPr marL="0" indent="0">
              <a:buNone/>
            </a:pPr>
            <a:r>
              <a:rPr sz="1100" b="1" spc="100">
                <a:solidFill>
                  <a:schemeClr val="tx2"/>
                </a:solidFill>
              </a:rPr>
              <a:t>SIZING  </a:t>
            </a:r>
            <a:r>
              <a:rPr sz="1200" b="1">
                <a:solidFill>
                  <a:schemeClr val="accent3"/>
                </a:solidFill>
              </a:rPr>
              <a:t>TBD</a:t>
            </a:r>
            <a:r>
              <a:rPr sz="1200" b="0">
                <a:solidFill>
                  <a:schemeClr val="tx1"/>
                </a:solidFill>
              </a:rPr>
              <a:t> workspaces · </a:t>
            </a:r>
            <a:r>
              <a:rPr sz="1200" b="1">
                <a:solidFill>
                  <a:schemeClr val="accent3"/>
                </a:solidFill>
              </a:rPr>
              <a:t>TBD</a:t>
            </a:r>
            <a:r>
              <a:rPr sz="1200" b="0">
                <a:solidFill>
                  <a:schemeClr val="tx1"/>
                </a:solidFill>
              </a:rPr>
              <a:t> GB · $</a:t>
            </a:r>
            <a:r>
              <a:rPr sz="1200" b="1">
                <a:solidFill>
                  <a:schemeClr val="accent3"/>
                </a:solidFill>
              </a:rPr>
              <a:t>TBD</a:t>
            </a:r>
            <a:r>
              <a:rPr sz="1200" b="0">
                <a:solidFill>
                  <a:schemeClr val="tx1"/>
                </a:solidFill>
              </a:rPr>
              <a:t>/yr</a:t>
            </a:r>
          </a:p>
        </p:txBody>
      </p:sp>
      <p:sp>
        <p:nvSpPr>
          <p:cNvPr id="31" name="Arrow"/>
          <p:cNvSpPr txBox="1"/>
          <p:nvPr/>
        </p:nvSpPr>
        <p:spPr>
          <a:xfrm>
            <a:off x="3977639" y="2514600"/>
            <a:ext cx="402336" cy="457200"/>
          </a:xfrm>
          <a:prstGeom prst="rect">
            <a:avLst/>
          </a:prstGeom>
          <a:noFill/>
        </p:spPr>
        <p:txBody>
          <a:bodyPr wrap="square" lIns="0" rIns="0" tIns="0" bIns="0" anchor="ctr">
            <a:spAutoFit/>
          </a:bodyPr>
          <a:lstStyle/>
          <a:p>
            <a:pPr algn="ctr" marL="0" indent="0">
              <a:buNone/>
            </a:pPr>
            <a:r>
              <a:rPr sz="2800" b="1">
                <a:solidFill>
                  <a:schemeClr val="tx2"/>
                </a:solidFill>
              </a:rPr>
              <a:t>›</a:t>
            </a:r>
          </a:p>
        </p:txBody>
      </p:sp>
      <p:sp>
        <p:nvSpPr>
          <p:cNvPr id="32" name="Card"/>
          <p:cNvSpPr/>
          <p:nvPr/>
        </p:nvSpPr>
        <p:spPr>
          <a:xfrm>
            <a:off x="4379976" y="1600200"/>
            <a:ext cx="3429000" cy="233172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Number"/>
          <p:cNvSpPr/>
          <p:nvPr/>
        </p:nvSpPr>
        <p:spPr>
          <a:xfrm>
            <a:off x="4581144" y="1783080"/>
            <a:ext cx="411480" cy="4114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400" b="1">
                <a:solidFill>
                  <a:schemeClr val="bg1"/>
                </a:solidFill>
              </a:rPr>
              <a:t>2</a:t>
            </a:r>
          </a:p>
        </p:txBody>
      </p:sp>
      <p:sp>
        <p:nvSpPr>
          <p:cNvPr id="34" name="Text"/>
          <p:cNvSpPr txBox="1"/>
          <p:nvPr/>
        </p:nvSpPr>
        <p:spPr>
          <a:xfrm>
            <a:off x="5129784" y="1783080"/>
            <a:ext cx="2560320" cy="411480"/>
          </a:xfrm>
          <a:prstGeom prst="rect">
            <a:avLst/>
          </a:prstGeom>
          <a:noFill/>
        </p:spPr>
        <p:txBody>
          <a:bodyPr wrap="square" lIns="0" rIns="0" tIns="0" bIns="0" anchor="ctr">
            <a:spAutoFit/>
          </a:bodyPr>
          <a:lstStyle/>
          <a:p>
            <a:pPr marL="0" indent="0">
              <a:buNone/>
            </a:pPr>
            <a:r>
              <a:rPr sz="1500" b="1">
                <a:solidFill>
                  <a:schemeClr val="tx1"/>
                </a:solidFill>
              </a:rPr>
              <a:t>Consolidate</a:t>
            </a:r>
          </a:p>
        </p:txBody>
      </p:sp>
      <p:sp>
        <p:nvSpPr>
          <p:cNvPr id="35" name="Text"/>
          <p:cNvSpPr txBox="1"/>
          <p:nvPr/>
        </p:nvSpPr>
        <p:spPr>
          <a:xfrm>
            <a:off x="4581144" y="2377440"/>
            <a:ext cx="3017520" cy="868680"/>
          </a:xfrm>
          <a:prstGeom prst="rect">
            <a:avLst/>
          </a:prstGeom>
          <a:noFill/>
        </p:spPr>
        <p:txBody>
          <a:bodyPr wrap="square" lIns="0" rIns="0" tIns="0" bIns="0" anchor="t">
            <a:spAutoFit/>
          </a:bodyPr>
          <a:lstStyle/>
          <a:p>
            <a:pPr marL="0" indent="0">
              <a:buNone/>
            </a:pPr>
            <a:r>
              <a:rPr sz="1300" b="0">
                <a:solidFill>
                  <a:schemeClr val="tx1"/>
                </a:solidFill>
              </a:rPr>
              <a:t>Owners with several workspaces merge into fewer, sized to what they actually use.</a:t>
            </a:r>
          </a:p>
        </p:txBody>
      </p:sp>
      <p:sp>
        <p:nvSpPr>
          <p:cNvPr id="36" name="Text"/>
          <p:cNvSpPr txBox="1"/>
          <p:nvPr/>
        </p:nvSpPr>
        <p:spPr>
          <a:xfrm>
            <a:off x="4581144" y="3291840"/>
            <a:ext cx="3017520" cy="502920"/>
          </a:xfrm>
          <a:prstGeom prst="rect">
            <a:avLst/>
          </a:prstGeom>
          <a:noFill/>
        </p:spPr>
        <p:txBody>
          <a:bodyPr wrap="square" lIns="0" rIns="0" tIns="0" bIns="0" anchor="ctr">
            <a:spAutoFit/>
          </a:bodyPr>
          <a:lstStyle/>
          <a:p>
            <a:pPr marL="0" indent="0">
              <a:buNone/>
            </a:pPr>
            <a:r>
              <a:rPr sz="1100" b="1" spc="100">
                <a:solidFill>
                  <a:schemeClr val="tx2"/>
                </a:solidFill>
              </a:rPr>
              <a:t>SIZING  </a:t>
            </a:r>
            <a:r>
              <a:rPr sz="1200" b="1">
                <a:solidFill>
                  <a:schemeClr val="accent3"/>
                </a:solidFill>
              </a:rPr>
              <a:t>TBD</a:t>
            </a:r>
            <a:r>
              <a:rPr sz="1200" b="0">
                <a:solidFill>
                  <a:schemeClr val="tx1"/>
                </a:solidFill>
              </a:rPr>
              <a:t> workspaces · </a:t>
            </a:r>
            <a:r>
              <a:rPr sz="1200" b="1">
                <a:solidFill>
                  <a:schemeClr val="accent3"/>
                </a:solidFill>
              </a:rPr>
              <a:t>TBD</a:t>
            </a:r>
            <a:r>
              <a:rPr sz="1200" b="0">
                <a:solidFill>
                  <a:schemeClr val="tx1"/>
                </a:solidFill>
              </a:rPr>
              <a:t> GB · $</a:t>
            </a:r>
            <a:r>
              <a:rPr sz="1200" b="1">
                <a:solidFill>
                  <a:schemeClr val="accent3"/>
                </a:solidFill>
              </a:rPr>
              <a:t>TBD</a:t>
            </a:r>
            <a:r>
              <a:rPr sz="1200" b="0">
                <a:solidFill>
                  <a:schemeClr val="tx1"/>
                </a:solidFill>
              </a:rPr>
              <a:t>/yr</a:t>
            </a:r>
          </a:p>
        </p:txBody>
      </p:sp>
      <p:sp>
        <p:nvSpPr>
          <p:cNvPr id="37" name="Arrow"/>
          <p:cNvSpPr txBox="1"/>
          <p:nvPr/>
        </p:nvSpPr>
        <p:spPr>
          <a:xfrm>
            <a:off x="7808975" y="2514600"/>
            <a:ext cx="402336" cy="457200"/>
          </a:xfrm>
          <a:prstGeom prst="rect">
            <a:avLst/>
          </a:prstGeom>
          <a:noFill/>
        </p:spPr>
        <p:txBody>
          <a:bodyPr wrap="square" lIns="0" rIns="0" tIns="0" bIns="0" anchor="ctr">
            <a:spAutoFit/>
          </a:bodyPr>
          <a:lstStyle/>
          <a:p>
            <a:pPr algn="ctr" marL="0" indent="0">
              <a:buNone/>
            </a:pPr>
            <a:r>
              <a:rPr sz="2800" b="1">
                <a:solidFill>
                  <a:schemeClr val="tx2"/>
                </a:solidFill>
              </a:rPr>
              <a:t>›</a:t>
            </a:r>
          </a:p>
        </p:txBody>
      </p:sp>
      <p:sp>
        <p:nvSpPr>
          <p:cNvPr id="38" name="Card"/>
          <p:cNvSpPr/>
          <p:nvPr/>
        </p:nvSpPr>
        <p:spPr>
          <a:xfrm>
            <a:off x="8211312" y="1600200"/>
            <a:ext cx="3429000" cy="233172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Number"/>
          <p:cNvSpPr/>
          <p:nvPr/>
        </p:nvSpPr>
        <p:spPr>
          <a:xfrm>
            <a:off x="8412480" y="1783080"/>
            <a:ext cx="411480" cy="4114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400" b="1">
                <a:solidFill>
                  <a:schemeClr val="bg1"/>
                </a:solidFill>
              </a:rPr>
              <a:t>3</a:t>
            </a:r>
          </a:p>
        </p:txBody>
      </p:sp>
      <p:sp>
        <p:nvSpPr>
          <p:cNvPr id="40" name="Text"/>
          <p:cNvSpPr txBox="1"/>
          <p:nvPr/>
        </p:nvSpPr>
        <p:spPr>
          <a:xfrm>
            <a:off x="8961120" y="1783080"/>
            <a:ext cx="2560320" cy="411480"/>
          </a:xfrm>
          <a:prstGeom prst="rect">
            <a:avLst/>
          </a:prstGeom>
          <a:noFill/>
        </p:spPr>
        <p:txBody>
          <a:bodyPr wrap="square" lIns="0" rIns="0" tIns="0" bIns="0" anchor="ctr">
            <a:spAutoFit/>
          </a:bodyPr>
          <a:lstStyle/>
          <a:p>
            <a:pPr marL="0" indent="0">
              <a:buNone/>
            </a:pPr>
            <a:r>
              <a:rPr sz="1500" b="1">
                <a:solidFill>
                  <a:schemeClr val="tx1"/>
                </a:solidFill>
              </a:rPr>
              <a:t>Right-Size the Rest</a:t>
            </a:r>
          </a:p>
        </p:txBody>
      </p:sp>
      <p:sp>
        <p:nvSpPr>
          <p:cNvPr id="41" name="Text"/>
          <p:cNvSpPr txBox="1"/>
          <p:nvPr/>
        </p:nvSpPr>
        <p:spPr>
          <a:xfrm>
            <a:off x="8412480" y="2377440"/>
            <a:ext cx="3017520" cy="868680"/>
          </a:xfrm>
          <a:prstGeom prst="rect">
            <a:avLst/>
          </a:prstGeom>
          <a:noFill/>
        </p:spPr>
        <p:txBody>
          <a:bodyPr wrap="square" lIns="0" rIns="0" tIns="0" bIns="0" anchor="t">
            <a:spAutoFit/>
          </a:bodyPr>
          <a:lstStyle/>
          <a:p>
            <a:pPr marL="0" indent="0">
              <a:buNone/>
            </a:pPr>
            <a:r>
              <a:rPr sz="1300" b="0">
                <a:solidFill>
                  <a:schemeClr val="tx1"/>
                </a:solidFill>
              </a:rPr>
              <a:t>Cut allocation toward actual use plus headroom, tier by tier (next slide).</a:t>
            </a:r>
          </a:p>
        </p:txBody>
      </p:sp>
      <p:sp>
        <p:nvSpPr>
          <p:cNvPr id="42" name="Text"/>
          <p:cNvSpPr txBox="1"/>
          <p:nvPr/>
        </p:nvSpPr>
        <p:spPr>
          <a:xfrm>
            <a:off x="8412480" y="3291840"/>
            <a:ext cx="3017520" cy="502920"/>
          </a:xfrm>
          <a:prstGeom prst="rect">
            <a:avLst/>
          </a:prstGeom>
          <a:noFill/>
        </p:spPr>
        <p:txBody>
          <a:bodyPr wrap="square" lIns="0" rIns="0" tIns="0" bIns="0" anchor="ctr">
            <a:spAutoFit/>
          </a:bodyPr>
          <a:lstStyle/>
          <a:p>
            <a:pPr marL="0" indent="0">
              <a:buNone/>
            </a:pPr>
            <a:r>
              <a:rPr sz="1100" b="1" spc="100">
                <a:solidFill>
                  <a:schemeClr val="tx2"/>
                </a:solidFill>
              </a:rPr>
              <a:t>SIZING  </a:t>
            </a:r>
            <a:r>
              <a:rPr sz="1200" b="1">
                <a:solidFill>
                  <a:schemeClr val="accent3"/>
                </a:solidFill>
              </a:rPr>
              <a:t>TBD</a:t>
            </a:r>
            <a:r>
              <a:rPr sz="1200" b="0">
                <a:solidFill>
                  <a:schemeClr val="tx1"/>
                </a:solidFill>
              </a:rPr>
              <a:t> workspaces · </a:t>
            </a:r>
            <a:r>
              <a:rPr sz="1200" b="1">
                <a:solidFill>
                  <a:schemeClr val="accent3"/>
                </a:solidFill>
              </a:rPr>
              <a:t>TBD</a:t>
            </a:r>
            <a:r>
              <a:rPr sz="1200" b="0">
                <a:solidFill>
                  <a:schemeClr val="tx1"/>
                </a:solidFill>
              </a:rPr>
              <a:t> GB · $</a:t>
            </a:r>
            <a:r>
              <a:rPr sz="1200" b="1">
                <a:solidFill>
                  <a:schemeClr val="accent3"/>
                </a:solidFill>
              </a:rPr>
              <a:t>TBD</a:t>
            </a:r>
            <a:r>
              <a:rPr sz="1200" b="0">
                <a:solidFill>
                  <a:schemeClr val="tx1"/>
                </a:solidFill>
              </a:rPr>
              <a:t>/yr</a:t>
            </a:r>
          </a:p>
        </p:txBody>
      </p:sp>
      <p:sp>
        <p:nvSpPr>
          <p:cNvPr id="43" name="Card"/>
          <p:cNvSpPr/>
          <p:nvPr/>
        </p:nvSpPr>
        <p:spPr>
          <a:xfrm>
            <a:off x="548640" y="4114800"/>
            <a:ext cx="5440680" cy="1051560"/>
          </a:xfrm>
          <a:prstGeom prst="roundRect">
            <a:avLst>
              <a:gd name="adj" fmla="val 8000"/>
            </a:avLst>
          </a:prstGeom>
          <a:solidFill>
            <a:schemeClr val="accent3">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
          <p:cNvSpPr txBox="1"/>
          <p:nvPr/>
        </p:nvSpPr>
        <p:spPr>
          <a:xfrm>
            <a:off x="749808" y="4114800"/>
            <a:ext cx="5029200" cy="1051560"/>
          </a:xfrm>
          <a:prstGeom prst="rect">
            <a:avLst/>
          </a:prstGeom>
          <a:noFill/>
        </p:spPr>
        <p:txBody>
          <a:bodyPr wrap="square" lIns="0" rIns="0" tIns="0" bIns="0" anchor="ctr">
            <a:spAutoFit/>
          </a:bodyPr>
          <a:lstStyle/>
          <a:p>
            <a:pPr marL="0" indent="0">
              <a:buNone/>
            </a:pPr>
            <a:r>
              <a:rPr sz="1100" b="1" spc="100">
                <a:solidFill>
                  <a:schemeClr val="accent3"/>
                </a:solidFill>
              </a:rPr>
              <a:t>EXAMPLE · CONSOLIDATE</a:t>
            </a:r>
          </a:p>
          <a:p>
            <a:pPr marL="0" indent="0">
              <a:buNone/>
            </a:pPr>
            <a:r>
              <a:rPr sz="1300" b="0">
                <a:solidFill>
                  <a:schemeClr val="tx1"/>
                </a:solidFill>
              </a:rPr>
              <a:t>One owner holds about 202K GB across several workspaces and uses about 80K. He keeps his access; his storage shrinks.</a:t>
            </a:r>
          </a:p>
        </p:txBody>
      </p:sp>
      <p:sp>
        <p:nvSpPr>
          <p:cNvPr id="45" name="Card"/>
          <p:cNvSpPr/>
          <p:nvPr/>
        </p:nvSpPr>
        <p:spPr>
          <a:xfrm>
            <a:off x="6199631" y="4114800"/>
            <a:ext cx="5440680" cy="1051560"/>
          </a:xfrm>
          <a:prstGeom prst="roundRect">
            <a:avLst>
              <a:gd name="adj" fmla="val 8000"/>
            </a:avLst>
          </a:prstGeom>
          <a:solidFill>
            <a:schemeClr val="accent3">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
          <p:cNvSpPr txBox="1"/>
          <p:nvPr/>
        </p:nvSpPr>
        <p:spPr>
          <a:xfrm>
            <a:off x="6400799" y="4114800"/>
            <a:ext cx="5029200" cy="1051560"/>
          </a:xfrm>
          <a:prstGeom prst="rect">
            <a:avLst/>
          </a:prstGeom>
          <a:noFill/>
        </p:spPr>
        <p:txBody>
          <a:bodyPr wrap="square" lIns="0" rIns="0" tIns="0" bIns="0" anchor="ctr">
            <a:spAutoFit/>
          </a:bodyPr>
          <a:lstStyle/>
          <a:p>
            <a:pPr marL="0" indent="0">
              <a:buNone/>
            </a:pPr>
            <a:r>
              <a:rPr sz="1100" b="1" spc="100">
                <a:solidFill>
                  <a:schemeClr val="accent3"/>
                </a:solidFill>
              </a:rPr>
              <a:t>EXAMPLE · ELIMINATE</a:t>
            </a:r>
          </a:p>
          <a:p>
            <a:pPr marL="0" indent="0">
              <a:buNone/>
            </a:pPr>
            <a:r>
              <a:rPr sz="1300" b="0">
                <a:solidFill>
                  <a:schemeClr val="tx1"/>
                </a:solidFill>
              </a:rPr>
              <a:t>A single unused workspace of about 14K GB could be retired, taking its whole allocation off the bill.</a:t>
            </a:r>
          </a:p>
        </p:txBody>
      </p:sp>
      <p:sp>
        <p:nvSpPr>
          <p:cNvPr id="47" name="Card"/>
          <p:cNvSpPr/>
          <p:nvPr/>
        </p:nvSpPr>
        <p:spPr>
          <a:xfrm>
            <a:off x="548640" y="5349240"/>
            <a:ext cx="11091672" cy="68580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
          <p:cNvSpPr txBox="1"/>
          <p:nvPr/>
        </p:nvSpPr>
        <p:spPr>
          <a:xfrm>
            <a:off x="777240" y="5349240"/>
            <a:ext cx="10607040" cy="685800"/>
          </a:xfrm>
          <a:prstGeom prst="rect">
            <a:avLst/>
          </a:prstGeom>
          <a:noFill/>
        </p:spPr>
        <p:txBody>
          <a:bodyPr wrap="square" lIns="0" rIns="0" tIns="0" bIns="0" anchor="ctr">
            <a:spAutoFit/>
          </a:bodyPr>
          <a:lstStyle/>
          <a:p>
            <a:pPr marL="0" indent="0">
              <a:buNone/>
            </a:pPr>
            <a:r>
              <a:rPr sz="1300" b="1">
                <a:solidFill>
                  <a:schemeClr val="accent1"/>
                </a:solidFill>
              </a:rPr>
              <a:t>HOW IT GETS DONE: </a:t>
            </a:r>
            <a:r>
              <a:rPr sz="1300" b="0">
                <a:solidFill>
                  <a:schemeClr val="tx1"/>
                </a:solidFill>
              </a:rPr>
              <a:t>workspace owners work with the CDO team to clean up, archive old files, and follow storage best practices.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Storage Tiers: Remove, Reduce, or Right-Size by Usage</a:t>
            </a:r>
          </a:p>
        </p:txBody>
      </p:sp>
      <p:sp>
        <p:nvSpPr>
          <p:cNvPr id="3" name="Section tag"/>
          <p:cNvSpPr/>
          <p:nvPr/>
        </p:nvSpPr>
        <p:spPr>
          <a:xfrm>
            <a:off x="548640" y="274320"/>
            <a:ext cx="2509113" cy="27432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000" b="1" spc="150">
                <a:solidFill>
                  <a:schemeClr val="bg1"/>
                </a:solidFill>
              </a:rPr>
              <a:t>PIECE 1 · STORAGE ALLOCATION</a:t>
            </a:r>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
        <p:nvSpPr>
          <p:cNvPr id="26" name="Card"/>
          <p:cNvSpPr/>
          <p:nvPr/>
        </p:nvSpPr>
        <p:spPr>
          <a:xfrm>
            <a:off x="548640" y="1600200"/>
            <a:ext cx="3557016" cy="352044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
          <p:cNvSpPr txBox="1"/>
          <p:nvPr/>
        </p:nvSpPr>
        <p:spPr>
          <a:xfrm>
            <a:off x="749808" y="1737360"/>
            <a:ext cx="1828800" cy="384048"/>
          </a:xfrm>
          <a:prstGeom prst="rect">
            <a:avLst/>
          </a:prstGeom>
          <a:noFill/>
        </p:spPr>
        <p:txBody>
          <a:bodyPr wrap="square" lIns="0" rIns="0" tIns="0" bIns="0" anchor="ctr">
            <a:spAutoFit/>
          </a:bodyPr>
          <a:lstStyle/>
          <a:p>
            <a:pPr marL="0" indent="0">
              <a:buNone/>
            </a:pPr>
            <a:r>
              <a:rPr sz="1700" b="1">
                <a:solidFill>
                  <a:schemeClr val="tx1"/>
                </a:solidFill>
              </a:rPr>
              <a:t>Low Use</a:t>
            </a:r>
          </a:p>
        </p:txBody>
      </p:sp>
      <p:sp>
        <p:nvSpPr>
          <p:cNvPr id="28" name="Status chip"/>
          <p:cNvSpPr/>
          <p:nvPr/>
        </p:nvSpPr>
        <p:spPr>
          <a:xfrm>
            <a:off x="2670048" y="1792224"/>
            <a:ext cx="1234440" cy="274320"/>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100" b="1">
                <a:solidFill>
                  <a:schemeClr val="bg1"/>
                </a:solidFill>
              </a:rPr>
              <a:t>Remove</a:t>
            </a:r>
          </a:p>
        </p:txBody>
      </p:sp>
      <p:sp>
        <p:nvSpPr>
          <p:cNvPr id="29" name="Text"/>
          <p:cNvSpPr txBox="1"/>
          <p:nvPr/>
        </p:nvSpPr>
        <p:spPr>
          <a:xfrm>
            <a:off x="749808" y="2240280"/>
            <a:ext cx="3154680" cy="274320"/>
          </a:xfrm>
          <a:prstGeom prst="rect">
            <a:avLst/>
          </a:prstGeom>
          <a:noFill/>
        </p:spPr>
        <p:txBody>
          <a:bodyPr wrap="square" lIns="0" rIns="0" tIns="0" bIns="0" anchor="t">
            <a:spAutoFit/>
          </a:bodyPr>
          <a:lstStyle/>
          <a:p>
            <a:pPr marL="0" indent="0">
              <a:buNone/>
            </a:pPr>
            <a:r>
              <a:rPr sz="1200" b="0">
                <a:solidFill>
                  <a:schemeClr val="tx2"/>
                </a:solidFill>
              </a:rPr>
              <a:t>About 0–10% of allocation used</a:t>
            </a:r>
          </a:p>
        </p:txBody>
      </p:sp>
      <p:sp>
        <p:nvSpPr>
          <p:cNvPr id="30" name="Eyebrow"/>
          <p:cNvSpPr txBox="1"/>
          <p:nvPr/>
        </p:nvSpPr>
        <p:spPr>
          <a:xfrm>
            <a:off x="749808" y="2697480"/>
            <a:ext cx="3108960" cy="237744"/>
          </a:xfrm>
          <a:prstGeom prst="rect">
            <a:avLst/>
          </a:prstGeom>
          <a:noFill/>
        </p:spPr>
        <p:txBody>
          <a:bodyPr wrap="square" lIns="0" rIns="0" tIns="0" bIns="0" anchor="t">
            <a:spAutoFit/>
          </a:bodyPr>
          <a:lstStyle/>
          <a:p>
            <a:pPr marL="0" indent="0">
              <a:buNone/>
            </a:pPr>
            <a:r>
              <a:rPr sz="1100" b="1" spc="100">
                <a:solidFill>
                  <a:schemeClr val="tx2"/>
                </a:solidFill>
              </a:rPr>
              <a:t>ACTION</a:t>
            </a:r>
          </a:p>
        </p:txBody>
      </p:sp>
      <p:sp>
        <p:nvSpPr>
          <p:cNvPr id="31" name="Text"/>
          <p:cNvSpPr txBox="1"/>
          <p:nvPr/>
        </p:nvSpPr>
        <p:spPr>
          <a:xfrm>
            <a:off x="749808" y="3017520"/>
            <a:ext cx="3154680" cy="2011680"/>
          </a:xfrm>
          <a:prstGeom prst="rect">
            <a:avLst/>
          </a:prstGeom>
          <a:noFill/>
        </p:spPr>
        <p:txBody>
          <a:bodyPr wrap="square" lIns="0" rIns="0" tIns="0" bIns="0" anchor="t">
            <a:spAutoFit/>
          </a:bodyPr>
          <a:lstStyle/>
          <a:p>
            <a:pPr marL="177800" indent="-177800">
              <a:spcAft>
                <a:spcPts val="300"/>
              </a:spcAft>
              <a:buSzPct val="100000"/>
              <a:buChar char="•"/>
            </a:pPr>
            <a:r>
              <a:rPr sz="1300" b="0">
                <a:solidFill>
                  <a:schemeClr val="tx1"/>
                </a:solidFill>
              </a:rPr>
              <a:t>Start with 0% utilization workspaces</a:t>
            </a:r>
          </a:p>
          <a:p>
            <a:pPr marL="177800" indent="-177800">
              <a:spcAft>
                <a:spcPts val="300"/>
              </a:spcAft>
              <a:buSzPct val="100000"/>
              <a:buChar char="•"/>
            </a:pPr>
            <a:r>
              <a:rPr sz="1300" b="0">
                <a:solidFill>
                  <a:schemeClr val="tx1"/>
                </a:solidFill>
              </a:rPr>
              <a:t>Scrutinize every owner: why do they need this?</a:t>
            </a:r>
          </a:p>
          <a:p>
            <a:pPr marL="177800" indent="-177800">
              <a:spcAft>
                <a:spcPts val="300"/>
              </a:spcAft>
              <a:buSzPct val="100000"/>
              <a:buChar char="•"/>
            </a:pPr>
            <a:r>
              <a:rPr sz="1300" b="0">
                <a:solidFill>
                  <a:schemeClr val="tx1"/>
                </a:solidFill>
              </a:rPr>
              <a:t>Move any needed data to an owner closer to it</a:t>
            </a:r>
          </a:p>
        </p:txBody>
      </p:sp>
      <p:sp>
        <p:nvSpPr>
          <p:cNvPr id="32" name="Card"/>
          <p:cNvSpPr/>
          <p:nvPr/>
        </p:nvSpPr>
        <p:spPr>
          <a:xfrm>
            <a:off x="4315968" y="1600200"/>
            <a:ext cx="3557016" cy="352044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
          <p:cNvSpPr txBox="1"/>
          <p:nvPr/>
        </p:nvSpPr>
        <p:spPr>
          <a:xfrm>
            <a:off x="4517136" y="1737360"/>
            <a:ext cx="1828800" cy="384048"/>
          </a:xfrm>
          <a:prstGeom prst="rect">
            <a:avLst/>
          </a:prstGeom>
          <a:noFill/>
        </p:spPr>
        <p:txBody>
          <a:bodyPr wrap="square" lIns="0" rIns="0" tIns="0" bIns="0" anchor="ctr">
            <a:spAutoFit/>
          </a:bodyPr>
          <a:lstStyle/>
          <a:p>
            <a:pPr marL="0" indent="0">
              <a:buNone/>
            </a:pPr>
            <a:r>
              <a:rPr sz="1700" b="1">
                <a:solidFill>
                  <a:schemeClr val="tx1"/>
                </a:solidFill>
              </a:rPr>
              <a:t>Middle</a:t>
            </a:r>
          </a:p>
        </p:txBody>
      </p:sp>
      <p:sp>
        <p:nvSpPr>
          <p:cNvPr id="34" name="Status chip"/>
          <p:cNvSpPr/>
          <p:nvPr/>
        </p:nvSpPr>
        <p:spPr>
          <a:xfrm>
            <a:off x="6437375" y="1792224"/>
            <a:ext cx="1234440" cy="274320"/>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100" b="1">
                <a:solidFill>
                  <a:schemeClr val="bg1"/>
                </a:solidFill>
              </a:rPr>
              <a:t>Reduce</a:t>
            </a:r>
          </a:p>
        </p:txBody>
      </p:sp>
      <p:sp>
        <p:nvSpPr>
          <p:cNvPr id="35" name="Text"/>
          <p:cNvSpPr txBox="1"/>
          <p:nvPr/>
        </p:nvSpPr>
        <p:spPr>
          <a:xfrm>
            <a:off x="4517136" y="2240280"/>
            <a:ext cx="3154680" cy="274320"/>
          </a:xfrm>
          <a:prstGeom prst="rect">
            <a:avLst/>
          </a:prstGeom>
          <a:noFill/>
        </p:spPr>
        <p:txBody>
          <a:bodyPr wrap="square" lIns="0" rIns="0" tIns="0" bIns="0" anchor="t">
            <a:spAutoFit/>
          </a:bodyPr>
          <a:lstStyle/>
          <a:p>
            <a:pPr marL="0" indent="0">
              <a:buNone/>
            </a:pPr>
            <a:r>
              <a:rPr sz="1200" b="0">
                <a:solidFill>
                  <a:schemeClr val="tx2"/>
                </a:solidFill>
              </a:rPr>
              <a:t>Meaningful but partial use</a:t>
            </a:r>
          </a:p>
        </p:txBody>
      </p:sp>
      <p:sp>
        <p:nvSpPr>
          <p:cNvPr id="36" name="Eyebrow"/>
          <p:cNvSpPr txBox="1"/>
          <p:nvPr/>
        </p:nvSpPr>
        <p:spPr>
          <a:xfrm>
            <a:off x="4517136" y="2697480"/>
            <a:ext cx="3108960" cy="237744"/>
          </a:xfrm>
          <a:prstGeom prst="rect">
            <a:avLst/>
          </a:prstGeom>
          <a:noFill/>
        </p:spPr>
        <p:txBody>
          <a:bodyPr wrap="square" lIns="0" rIns="0" tIns="0" bIns="0" anchor="t">
            <a:spAutoFit/>
          </a:bodyPr>
          <a:lstStyle/>
          <a:p>
            <a:pPr marL="0" indent="0">
              <a:buNone/>
            </a:pPr>
            <a:r>
              <a:rPr sz="1100" b="1" spc="100">
                <a:solidFill>
                  <a:schemeClr val="tx2"/>
                </a:solidFill>
              </a:rPr>
              <a:t>ACTION</a:t>
            </a:r>
          </a:p>
        </p:txBody>
      </p:sp>
      <p:sp>
        <p:nvSpPr>
          <p:cNvPr id="37" name="Text"/>
          <p:cNvSpPr txBox="1"/>
          <p:nvPr/>
        </p:nvSpPr>
        <p:spPr>
          <a:xfrm>
            <a:off x="4517136" y="3017520"/>
            <a:ext cx="3154680" cy="2011680"/>
          </a:xfrm>
          <a:prstGeom prst="rect">
            <a:avLst/>
          </a:prstGeom>
          <a:noFill/>
        </p:spPr>
        <p:txBody>
          <a:bodyPr wrap="square" lIns="0" rIns="0" tIns="0" bIns="0" anchor="t">
            <a:spAutoFit/>
          </a:bodyPr>
          <a:lstStyle/>
          <a:p>
            <a:pPr marL="177800" indent="-177800">
              <a:spcAft>
                <a:spcPts val="300"/>
              </a:spcAft>
              <a:buSzPct val="100000"/>
              <a:buChar char="•"/>
            </a:pPr>
            <a:r>
              <a:rPr sz="1300" b="0">
                <a:solidFill>
                  <a:schemeClr val="tx1"/>
                </a:solidFill>
              </a:rPr>
              <a:t>Cut allocation toward actual use plus reasonable headroom</a:t>
            </a:r>
          </a:p>
          <a:p>
            <a:pPr marL="177800" indent="-177800">
              <a:spcAft>
                <a:spcPts val="300"/>
              </a:spcAft>
              <a:buSzPct val="100000"/>
              <a:buChar char="•"/>
            </a:pPr>
            <a:r>
              <a:rPr sz="1300" b="0">
                <a:solidFill>
                  <a:schemeClr val="tx1"/>
                </a:solidFill>
              </a:rPr>
              <a:t>Confirm what still feeds downstream models or reports</a:t>
            </a:r>
          </a:p>
        </p:txBody>
      </p:sp>
      <p:sp>
        <p:nvSpPr>
          <p:cNvPr id="38" name="Card"/>
          <p:cNvSpPr/>
          <p:nvPr/>
        </p:nvSpPr>
        <p:spPr>
          <a:xfrm>
            <a:off x="8083296" y="1600200"/>
            <a:ext cx="3557016" cy="352044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
          <p:cNvSpPr txBox="1"/>
          <p:nvPr/>
        </p:nvSpPr>
        <p:spPr>
          <a:xfrm>
            <a:off x="8284464" y="1737360"/>
            <a:ext cx="1828800" cy="384048"/>
          </a:xfrm>
          <a:prstGeom prst="rect">
            <a:avLst/>
          </a:prstGeom>
          <a:noFill/>
        </p:spPr>
        <p:txBody>
          <a:bodyPr wrap="square" lIns="0" rIns="0" tIns="0" bIns="0" anchor="ctr">
            <a:spAutoFit/>
          </a:bodyPr>
          <a:lstStyle/>
          <a:p>
            <a:pPr marL="0" indent="0">
              <a:buNone/>
            </a:pPr>
            <a:r>
              <a:rPr sz="1700" b="1">
                <a:solidFill>
                  <a:schemeClr val="tx1"/>
                </a:solidFill>
              </a:rPr>
              <a:t>Top</a:t>
            </a:r>
          </a:p>
        </p:txBody>
      </p:sp>
      <p:sp>
        <p:nvSpPr>
          <p:cNvPr id="40" name="Status chip"/>
          <p:cNvSpPr/>
          <p:nvPr/>
        </p:nvSpPr>
        <p:spPr>
          <a:xfrm>
            <a:off x="10204704" y="1792224"/>
            <a:ext cx="1234440" cy="27432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100" b="1">
                <a:solidFill>
                  <a:schemeClr val="bg1"/>
                </a:solidFill>
              </a:rPr>
              <a:t>Right-size</a:t>
            </a:r>
          </a:p>
        </p:txBody>
      </p:sp>
      <p:sp>
        <p:nvSpPr>
          <p:cNvPr id="41" name="Text"/>
          <p:cNvSpPr txBox="1"/>
          <p:nvPr/>
        </p:nvSpPr>
        <p:spPr>
          <a:xfrm>
            <a:off x="8284464" y="2240280"/>
            <a:ext cx="3154680" cy="274320"/>
          </a:xfrm>
          <a:prstGeom prst="rect">
            <a:avLst/>
          </a:prstGeom>
          <a:noFill/>
        </p:spPr>
        <p:txBody>
          <a:bodyPr wrap="square" lIns="0" rIns="0" tIns="0" bIns="0" anchor="t">
            <a:spAutoFit/>
          </a:bodyPr>
          <a:lstStyle/>
          <a:p>
            <a:pPr marL="0" indent="0">
              <a:buNone/>
            </a:pPr>
            <a:r>
              <a:rPr sz="1200" b="0">
                <a:solidFill>
                  <a:schemeClr val="tx2"/>
                </a:solidFill>
              </a:rPr>
              <a:t>Heavy users with a real need</a:t>
            </a:r>
          </a:p>
        </p:txBody>
      </p:sp>
      <p:sp>
        <p:nvSpPr>
          <p:cNvPr id="42" name="Eyebrow"/>
          <p:cNvSpPr txBox="1"/>
          <p:nvPr/>
        </p:nvSpPr>
        <p:spPr>
          <a:xfrm>
            <a:off x="8284464" y="2697480"/>
            <a:ext cx="3108960" cy="237744"/>
          </a:xfrm>
          <a:prstGeom prst="rect">
            <a:avLst/>
          </a:prstGeom>
          <a:noFill/>
        </p:spPr>
        <p:txBody>
          <a:bodyPr wrap="square" lIns="0" rIns="0" tIns="0" bIns="0" anchor="t">
            <a:spAutoFit/>
          </a:bodyPr>
          <a:lstStyle/>
          <a:p>
            <a:pPr marL="0" indent="0">
              <a:buNone/>
            </a:pPr>
            <a:r>
              <a:rPr sz="1100" b="1" spc="100">
                <a:solidFill>
                  <a:schemeClr val="tx2"/>
                </a:solidFill>
              </a:rPr>
              <a:t>ACTION</a:t>
            </a:r>
          </a:p>
        </p:txBody>
      </p:sp>
      <p:sp>
        <p:nvSpPr>
          <p:cNvPr id="43" name="Text"/>
          <p:cNvSpPr txBox="1"/>
          <p:nvPr/>
        </p:nvSpPr>
        <p:spPr>
          <a:xfrm>
            <a:off x="8284464" y="3017520"/>
            <a:ext cx="3154680" cy="2011680"/>
          </a:xfrm>
          <a:prstGeom prst="rect">
            <a:avLst/>
          </a:prstGeom>
          <a:noFill/>
        </p:spPr>
        <p:txBody>
          <a:bodyPr wrap="square" lIns="0" rIns="0" tIns="0" bIns="0" anchor="t">
            <a:spAutoFit/>
          </a:bodyPr>
          <a:lstStyle/>
          <a:p>
            <a:pPr marL="177800" indent="-177800">
              <a:spcAft>
                <a:spcPts val="300"/>
              </a:spcAft>
              <a:buSzPct val="100000"/>
              <a:buChar char="•"/>
            </a:pPr>
            <a:r>
              <a:rPr sz="1300" b="0">
                <a:solidFill>
                  <a:schemeClr val="tx1"/>
                </a:solidFill>
              </a:rPr>
              <a:t>Confirm continued need and trim where possible (e.g. 11,000 → 10,000 GB)</a:t>
            </a:r>
          </a:p>
          <a:p>
            <a:pPr marL="177800" indent="-177800">
              <a:spcAft>
                <a:spcPts val="300"/>
              </a:spcAft>
              <a:buSzPct val="100000"/>
              <a:buChar char="•"/>
            </a:pPr>
            <a:r>
              <a:rPr sz="1300" b="0">
                <a:solidFill>
                  <a:schemeClr val="tx1"/>
                </a:solidFill>
              </a:rPr>
              <a:t>Absorb smaller owners' data where it fits</a:t>
            </a:r>
          </a:p>
          <a:p>
            <a:pPr marL="177800" indent="-177800">
              <a:spcAft>
                <a:spcPts val="300"/>
              </a:spcAft>
              <a:buSzPct val="100000"/>
              <a:buChar char="•"/>
            </a:pPr>
            <a:r>
              <a:rPr sz="1300" b="0">
                <a:solidFill>
                  <a:schemeClr val="tx1"/>
                </a:solidFill>
              </a:rPr>
              <a:t>Educate on keeping usage in line with allocation</a:t>
            </a:r>
          </a:p>
        </p:txBody>
      </p:sp>
      <p:sp>
        <p:nvSpPr>
          <p:cNvPr id="44" name="Card"/>
          <p:cNvSpPr/>
          <p:nvPr/>
        </p:nvSpPr>
        <p:spPr>
          <a:xfrm>
            <a:off x="548640" y="5303520"/>
            <a:ext cx="11091672" cy="68580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
          <p:cNvSpPr txBox="1"/>
          <p:nvPr/>
        </p:nvSpPr>
        <p:spPr>
          <a:xfrm>
            <a:off x="777240" y="5303520"/>
            <a:ext cx="10607040" cy="685800"/>
          </a:xfrm>
          <a:prstGeom prst="rect">
            <a:avLst/>
          </a:prstGeom>
          <a:noFill/>
        </p:spPr>
        <p:txBody>
          <a:bodyPr wrap="square" lIns="0" rIns="0" tIns="0" bIns="0" anchor="ctr">
            <a:spAutoFit/>
          </a:bodyPr>
          <a:lstStyle/>
          <a:p>
            <a:pPr marL="0" indent="0">
              <a:buNone/>
            </a:pPr>
            <a:r>
              <a:rPr sz="1300" b="1">
                <a:solidFill>
                  <a:schemeClr val="accent4"/>
                </a:solidFill>
              </a:rPr>
              <a:t>EXAMPLE: </a:t>
            </a:r>
            <a:r>
              <a:rPr sz="1300" b="0">
                <a:solidFill>
                  <a:schemeClr val="tx1"/>
                </a:solidFill>
              </a:rPr>
              <a:t>one owner holds about 34K GB of allocation and uses under 8% of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First Move: 0% Utilization Workspaces</a:t>
            </a:r>
          </a:p>
        </p:txBody>
      </p:sp>
      <p:sp>
        <p:nvSpPr>
          <p:cNvPr id="3" name="Section tag"/>
          <p:cNvSpPr/>
          <p:nvPr/>
        </p:nvSpPr>
        <p:spPr>
          <a:xfrm>
            <a:off x="548640" y="274320"/>
            <a:ext cx="1598371" cy="27432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000" b="1" spc="150">
                <a:solidFill>
                  <a:schemeClr val="bg1"/>
                </a:solidFill>
              </a:rPr>
              <a:t>PIECE 1 · STATUS</a:t>
            </a:r>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
        <p:nvSpPr>
          <p:cNvPr id="26" name="Card"/>
          <p:cNvSpPr/>
          <p:nvPr/>
        </p:nvSpPr>
        <p:spPr>
          <a:xfrm>
            <a:off x="548640" y="1463040"/>
            <a:ext cx="11091672" cy="685800"/>
          </a:xfrm>
          <a:prstGeom prst="roundRect">
            <a:avLst>
              <a:gd name="adj" fmla="val 8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
          <p:cNvSpPr txBox="1"/>
          <p:nvPr/>
        </p:nvSpPr>
        <p:spPr>
          <a:xfrm>
            <a:off x="777240" y="1463040"/>
            <a:ext cx="7772400" cy="685800"/>
          </a:xfrm>
          <a:prstGeom prst="rect">
            <a:avLst/>
          </a:prstGeom>
          <a:noFill/>
        </p:spPr>
        <p:txBody>
          <a:bodyPr wrap="square" lIns="0" rIns="0" tIns="0" bIns="0" anchor="ctr">
            <a:spAutoFit/>
          </a:bodyPr>
          <a:lstStyle/>
          <a:p>
            <a:pPr marL="0" indent="0">
              <a:buNone/>
            </a:pPr>
            <a:r>
              <a:rPr sz="1700" b="1">
                <a:solidFill>
                  <a:schemeClr val="bg1"/>
                </a:solidFill>
              </a:rPr>
              <a:t>0% Utilization Workspaces</a:t>
            </a:r>
          </a:p>
          <a:p>
            <a:pPr marL="0" indent="0">
              <a:buNone/>
            </a:pPr>
            <a:r>
              <a:rPr sz="1200" b="0">
                <a:solidFill>
                  <a:schemeClr val="bg2"/>
                </a:solidFill>
              </a:rPr>
              <a:t>Scope: TBD workspaces · TBD GB allocated · 64 workspace owners overall · Lead: to be named</a:t>
            </a:r>
          </a:p>
        </p:txBody>
      </p:sp>
      <p:sp>
        <p:nvSpPr>
          <p:cNvPr id="28" name="Text"/>
          <p:cNvSpPr txBox="1"/>
          <p:nvPr/>
        </p:nvSpPr>
        <p:spPr>
          <a:xfrm>
            <a:off x="8503920" y="1463040"/>
            <a:ext cx="1097280" cy="685800"/>
          </a:xfrm>
          <a:prstGeom prst="rect">
            <a:avLst/>
          </a:prstGeom>
          <a:noFill/>
        </p:spPr>
        <p:txBody>
          <a:bodyPr wrap="square" lIns="0" rIns="0" tIns="0" bIns="0" anchor="ctr">
            <a:spAutoFit/>
          </a:bodyPr>
          <a:lstStyle/>
          <a:p>
            <a:pPr algn="r" marL="0" indent="0">
              <a:buNone/>
            </a:pPr>
            <a:r>
              <a:rPr sz="1100" b="1" spc="100">
                <a:solidFill>
                  <a:schemeClr val="bg1"/>
                </a:solidFill>
              </a:rPr>
              <a:t>OVERALL</a:t>
            </a:r>
          </a:p>
        </p:txBody>
      </p:sp>
      <p:sp>
        <p:nvSpPr>
          <p:cNvPr id="29" name="Section tag"/>
          <p:cNvSpPr/>
          <p:nvPr/>
        </p:nvSpPr>
        <p:spPr>
          <a:xfrm>
            <a:off x="9829800" y="1664208"/>
            <a:ext cx="1600200" cy="274320"/>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200" b="1" spc="100">
                <a:solidFill>
                  <a:schemeClr val="bg1"/>
                </a:solidFill>
              </a:rPr>
              <a:t>AMBER</a:t>
            </a:r>
          </a:p>
        </p:txBody>
      </p:sp>
      <p:sp>
        <p:nvSpPr>
          <p:cNvPr id="30" name="Card"/>
          <p:cNvSpPr/>
          <p:nvPr/>
        </p:nvSpPr>
        <p:spPr>
          <a:xfrm>
            <a:off x="548640" y="2286000"/>
            <a:ext cx="5440680" cy="1609344"/>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Eyebrow"/>
          <p:cNvSpPr txBox="1"/>
          <p:nvPr/>
        </p:nvSpPr>
        <p:spPr>
          <a:xfrm>
            <a:off x="731520" y="2423160"/>
            <a:ext cx="5029200" cy="237744"/>
          </a:xfrm>
          <a:prstGeom prst="rect">
            <a:avLst/>
          </a:prstGeom>
          <a:noFill/>
        </p:spPr>
        <p:txBody>
          <a:bodyPr wrap="square" lIns="0" rIns="0" tIns="0" bIns="0" anchor="t">
            <a:spAutoFit/>
          </a:bodyPr>
          <a:lstStyle/>
          <a:p>
            <a:pPr marL="0" indent="0">
              <a:buNone/>
            </a:pPr>
            <a:r>
              <a:rPr sz="1100" b="1" spc="100">
                <a:solidFill>
                  <a:schemeClr val="tx2"/>
                </a:solidFill>
              </a:rPr>
              <a:t>SUMMARY</a:t>
            </a:r>
          </a:p>
        </p:txBody>
      </p:sp>
      <p:sp>
        <p:nvSpPr>
          <p:cNvPr id="32" name="Text"/>
          <p:cNvSpPr txBox="1"/>
          <p:nvPr/>
        </p:nvSpPr>
        <p:spPr>
          <a:xfrm>
            <a:off x="731520" y="2743200"/>
            <a:ext cx="5074920" cy="1097280"/>
          </a:xfrm>
          <a:prstGeom prst="rect">
            <a:avLst/>
          </a:prstGeom>
          <a:noFill/>
        </p:spPr>
        <p:txBody>
          <a:bodyPr wrap="square" lIns="0" rIns="0" tIns="0" bIns="0" anchor="t">
            <a:spAutoFit/>
          </a:bodyPr>
          <a:lstStyle/>
          <a:p>
            <a:pPr marL="0" indent="0">
              <a:buNone/>
            </a:pPr>
            <a:r>
              <a:rPr sz="1200" b="0">
                <a:solidFill>
                  <a:schemeClr val="tx1"/>
                </a:solidFill>
              </a:rPr>
              <a:t>Workspaces with no usage are the cleanest first cut: remove or archive them and their allocation comes off the bill.</a:t>
            </a:r>
          </a:p>
        </p:txBody>
      </p:sp>
      <p:sp>
        <p:nvSpPr>
          <p:cNvPr id="33" name="Card"/>
          <p:cNvSpPr/>
          <p:nvPr/>
        </p:nvSpPr>
        <p:spPr>
          <a:xfrm>
            <a:off x="6199631" y="2286000"/>
            <a:ext cx="5440680" cy="1609344"/>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Eyebrow"/>
          <p:cNvSpPr txBox="1"/>
          <p:nvPr/>
        </p:nvSpPr>
        <p:spPr>
          <a:xfrm>
            <a:off x="6382512" y="2423160"/>
            <a:ext cx="5029200" cy="237744"/>
          </a:xfrm>
          <a:prstGeom prst="rect">
            <a:avLst/>
          </a:prstGeom>
          <a:noFill/>
        </p:spPr>
        <p:txBody>
          <a:bodyPr wrap="square" lIns="0" rIns="0" tIns="0" bIns="0" anchor="t">
            <a:spAutoFit/>
          </a:bodyPr>
          <a:lstStyle/>
          <a:p>
            <a:pPr marL="0" indent="0">
              <a:buNone/>
            </a:pPr>
            <a:r>
              <a:rPr sz="1100" b="1" spc="100">
                <a:solidFill>
                  <a:schemeClr val="tx2"/>
                </a:solidFill>
              </a:rPr>
              <a:t>PROGRESS SO FAR</a:t>
            </a:r>
          </a:p>
        </p:txBody>
      </p:sp>
      <p:sp>
        <p:nvSpPr>
          <p:cNvPr id="35" name="Text"/>
          <p:cNvSpPr txBox="1"/>
          <p:nvPr/>
        </p:nvSpPr>
        <p:spPr>
          <a:xfrm>
            <a:off x="6382512" y="2743200"/>
            <a:ext cx="5074920" cy="1097280"/>
          </a:xfrm>
          <a:prstGeom prst="rect">
            <a:avLst/>
          </a:prstGeom>
          <a:noFill/>
        </p:spPr>
        <p:txBody>
          <a:bodyPr wrap="square" lIns="0" rIns="0" tIns="0" bIns="0" anchor="t">
            <a:spAutoFit/>
          </a:bodyPr>
          <a:lstStyle/>
          <a:p>
            <a:pPr marL="177800" indent="-177800">
              <a:spcAft>
                <a:spcPts val="300"/>
              </a:spcAft>
              <a:buSzPct val="100000"/>
              <a:buChar char="•"/>
            </a:pPr>
            <a:r>
              <a:rPr sz="1200" b="0">
                <a:solidFill>
                  <a:schemeClr val="tx1"/>
                </a:solidFill>
              </a:rPr>
              <a:t>Storage view built per workspace (allocated vs used)</a:t>
            </a:r>
          </a:p>
          <a:p>
            <a:pPr marL="177800" indent="-177800">
              <a:spcAft>
                <a:spcPts val="300"/>
              </a:spcAft>
              <a:buSzPct val="100000"/>
              <a:buChar char="•"/>
            </a:pPr>
            <a:r>
              <a:rPr sz="1200" b="0">
                <a:solidFill>
                  <a:schemeClr val="tx1"/>
                </a:solidFill>
              </a:rPr>
              <a:t>166 workspaces mapped to 64 unique owners</a:t>
            </a:r>
          </a:p>
          <a:p>
            <a:pPr marL="177800" indent="-177800">
              <a:spcAft>
                <a:spcPts val="300"/>
              </a:spcAft>
              <a:buSzPct val="100000"/>
              <a:buChar char="•"/>
            </a:pPr>
            <a:r>
              <a:rPr sz="1200" b="0">
                <a:solidFill>
                  <a:schemeClr val="tx1"/>
                </a:solidFill>
              </a:rPr>
              <a:t>0% utilization workspaces identified for review</a:t>
            </a:r>
          </a:p>
        </p:txBody>
      </p:sp>
      <p:sp>
        <p:nvSpPr>
          <p:cNvPr id="36" name="Card"/>
          <p:cNvSpPr/>
          <p:nvPr/>
        </p:nvSpPr>
        <p:spPr>
          <a:xfrm>
            <a:off x="548640" y="4005072"/>
            <a:ext cx="5440680" cy="1609344"/>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Eyebrow"/>
          <p:cNvSpPr txBox="1"/>
          <p:nvPr/>
        </p:nvSpPr>
        <p:spPr>
          <a:xfrm>
            <a:off x="731520" y="4142232"/>
            <a:ext cx="5029200" cy="237744"/>
          </a:xfrm>
          <a:prstGeom prst="rect">
            <a:avLst/>
          </a:prstGeom>
          <a:noFill/>
        </p:spPr>
        <p:txBody>
          <a:bodyPr wrap="square" lIns="0" rIns="0" tIns="0" bIns="0" anchor="t">
            <a:spAutoFit/>
          </a:bodyPr>
          <a:lstStyle/>
          <a:p>
            <a:pPr marL="0" indent="0">
              <a:buNone/>
            </a:pPr>
            <a:r>
              <a:rPr sz="1100" b="1" spc="100">
                <a:solidFill>
                  <a:schemeClr val="tx2"/>
                </a:solidFill>
              </a:rPr>
              <a:t>KEY STEPS AND DUE DATES</a:t>
            </a:r>
          </a:p>
        </p:txBody>
      </p:sp>
      <p:sp>
        <p:nvSpPr>
          <p:cNvPr id="38" name="Text"/>
          <p:cNvSpPr txBox="1"/>
          <p:nvPr/>
        </p:nvSpPr>
        <p:spPr>
          <a:xfrm>
            <a:off x="731520" y="4462272"/>
            <a:ext cx="5074920" cy="1097280"/>
          </a:xfrm>
          <a:prstGeom prst="rect">
            <a:avLst/>
          </a:prstGeom>
          <a:noFill/>
        </p:spPr>
        <p:txBody>
          <a:bodyPr wrap="square" lIns="0" rIns="0" tIns="0" bIns="0" anchor="t">
            <a:spAutoFit/>
          </a:bodyPr>
          <a:lstStyle/>
          <a:p>
            <a:pPr marL="177800" indent="-177800">
              <a:spcAft>
                <a:spcPts val="300"/>
              </a:spcAft>
              <a:buSzPct val="100000"/>
              <a:buChar char="•"/>
            </a:pPr>
            <a:r>
              <a:rPr sz="1200" b="0">
                <a:solidFill>
                  <a:schemeClr val="tx1"/>
                </a:solidFill>
              </a:rPr>
              <a:t>Pivot workspaces by owner; size the 0% set · in progress</a:t>
            </a:r>
          </a:p>
          <a:p>
            <a:pPr marL="177800" indent="-177800">
              <a:spcAft>
                <a:spcPts val="300"/>
              </a:spcAft>
              <a:buSzPct val="100000"/>
              <a:buChar char="•"/>
            </a:pPr>
            <a:r>
              <a:rPr sz="1200" b="0">
                <a:solidFill>
                  <a:schemeClr val="tx1"/>
                </a:solidFill>
              </a:rPr>
              <a:t>Agree with Jacqueline how to engage the 64 owners · 10/20</a:t>
            </a:r>
          </a:p>
          <a:p>
            <a:pPr marL="177800" indent="-177800">
              <a:spcAft>
                <a:spcPts val="300"/>
              </a:spcAft>
              <a:buSzPct val="100000"/>
              <a:buChar char="•"/>
            </a:pPr>
            <a:r>
              <a:rPr sz="1200" b="0">
                <a:solidFill>
                  <a:schemeClr val="tx1"/>
                </a:solidFill>
              </a:rPr>
              <a:t>Owners designate contacts to clean up with CDO · TBD</a:t>
            </a:r>
          </a:p>
        </p:txBody>
      </p:sp>
      <p:sp>
        <p:nvSpPr>
          <p:cNvPr id="39" name="Card"/>
          <p:cNvSpPr/>
          <p:nvPr/>
        </p:nvSpPr>
        <p:spPr>
          <a:xfrm>
            <a:off x="6199631" y="4005072"/>
            <a:ext cx="5440680" cy="1609344"/>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Eyebrow"/>
          <p:cNvSpPr txBox="1"/>
          <p:nvPr/>
        </p:nvSpPr>
        <p:spPr>
          <a:xfrm>
            <a:off x="6382512" y="4142232"/>
            <a:ext cx="5029200" cy="237744"/>
          </a:xfrm>
          <a:prstGeom prst="rect">
            <a:avLst/>
          </a:prstGeom>
          <a:noFill/>
        </p:spPr>
        <p:txBody>
          <a:bodyPr wrap="square" lIns="0" rIns="0" tIns="0" bIns="0" anchor="t">
            <a:spAutoFit/>
          </a:bodyPr>
          <a:lstStyle/>
          <a:p>
            <a:pPr marL="0" indent="0">
              <a:buNone/>
            </a:pPr>
            <a:r>
              <a:rPr sz="1100" b="1" spc="100">
                <a:solidFill>
                  <a:schemeClr val="accent4"/>
                </a:solidFill>
              </a:rPr>
              <a:t>BLOCKERS AND RISKS</a:t>
            </a:r>
          </a:p>
        </p:txBody>
      </p:sp>
      <p:sp>
        <p:nvSpPr>
          <p:cNvPr id="41" name="Text"/>
          <p:cNvSpPr txBox="1"/>
          <p:nvPr/>
        </p:nvSpPr>
        <p:spPr>
          <a:xfrm>
            <a:off x="6382512" y="4462272"/>
            <a:ext cx="5074920" cy="1097280"/>
          </a:xfrm>
          <a:prstGeom prst="rect">
            <a:avLst/>
          </a:prstGeom>
          <a:noFill/>
        </p:spPr>
        <p:txBody>
          <a:bodyPr wrap="square" lIns="0" rIns="0" tIns="0" bIns="0" anchor="t">
            <a:spAutoFit/>
          </a:bodyPr>
          <a:lstStyle/>
          <a:p>
            <a:pPr marL="177800" indent="-177800">
              <a:spcAft>
                <a:spcPts val="300"/>
              </a:spcAft>
              <a:buSzPct val="100000"/>
              <a:buChar char="•"/>
            </a:pPr>
            <a:r>
              <a:rPr sz="1200" b="0">
                <a:solidFill>
                  <a:schemeClr val="tx1"/>
                </a:solidFill>
              </a:rPr>
              <a:t>No confirmed way yet to de-allocate storage</a:t>
            </a:r>
          </a:p>
          <a:p>
            <a:pPr marL="177800" indent="-177800">
              <a:spcAft>
                <a:spcPts val="300"/>
              </a:spcAft>
              <a:buSzPct val="100000"/>
              <a:buChar char="•"/>
            </a:pPr>
            <a:r>
              <a:rPr sz="1200" b="0">
                <a:solidFill>
                  <a:schemeClr val="tx1"/>
                </a:solidFill>
              </a:rPr>
              <a:t>64 owners is a lot to engage one by one</a:t>
            </a:r>
          </a:p>
          <a:p>
            <a:pPr marL="177800" indent="-177800">
              <a:spcAft>
                <a:spcPts val="300"/>
              </a:spcAft>
              <a:buSzPct val="100000"/>
              <a:buChar char="•"/>
            </a:pPr>
            <a:r>
              <a:rPr sz="1200" b="0">
                <a:solidFill>
                  <a:schemeClr val="tx1"/>
                </a:solidFill>
              </a:rPr>
              <a:t>Owners may need time and direction to archive data</a:t>
            </a:r>
          </a:p>
        </p:txBody>
      </p:sp>
      <p:sp>
        <p:nvSpPr>
          <p:cNvPr id="42" name="Card"/>
          <p:cNvSpPr/>
          <p:nvPr/>
        </p:nvSpPr>
        <p:spPr>
          <a:xfrm>
            <a:off x="548640" y="5760720"/>
            <a:ext cx="11091672" cy="50292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
          <p:cNvSpPr txBox="1"/>
          <p:nvPr/>
        </p:nvSpPr>
        <p:spPr>
          <a:xfrm>
            <a:off x="749808" y="5760720"/>
            <a:ext cx="8686800" cy="502920"/>
          </a:xfrm>
          <a:prstGeom prst="rect">
            <a:avLst/>
          </a:prstGeom>
          <a:noFill/>
        </p:spPr>
        <p:txBody>
          <a:bodyPr wrap="square" lIns="0" rIns="0" tIns="0" bIns="0" anchor="ctr">
            <a:spAutoFit/>
          </a:bodyPr>
          <a:lstStyle/>
          <a:p>
            <a:pPr marL="0" indent="0">
              <a:buNone/>
            </a:pPr>
            <a:r>
              <a:rPr sz="1300" b="1">
                <a:solidFill>
                  <a:schemeClr val="tx1"/>
                </a:solidFill>
              </a:rPr>
              <a:t>NEXT: PIECE 2 · ENTITLEMENTS · </a:t>
            </a:r>
            <a:r>
              <a:rPr sz="1300" b="0">
                <a:solidFill>
                  <a:schemeClr val="tx1"/>
                </a:solidFill>
              </a:rPr>
              <a:t>start with no-storage groups once bulk removal is available</a:t>
            </a:r>
          </a:p>
        </p:txBody>
      </p:sp>
      <p:sp>
        <p:nvSpPr>
          <p:cNvPr id="44" name="Section tag"/>
          <p:cNvSpPr/>
          <p:nvPr/>
        </p:nvSpPr>
        <p:spPr>
          <a:xfrm>
            <a:off x="10012680" y="5870448"/>
            <a:ext cx="1417320" cy="27432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000" b="1" spc="50">
                <a:solidFill>
                  <a:schemeClr val="bg1"/>
                </a:solidFill>
              </a:rPr>
              <a:t>NOT STARTED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Entitlements: Remove Access No One Needs</a:t>
            </a:r>
          </a:p>
        </p:txBody>
      </p:sp>
      <p:sp>
        <p:nvSpPr>
          <p:cNvPr id="3" name="Section tag"/>
          <p:cNvSpPr/>
          <p:nvPr/>
        </p:nvSpPr>
        <p:spPr>
          <a:xfrm>
            <a:off x="548640" y="274320"/>
            <a:ext cx="2053742" cy="274320"/>
          </a:xfrm>
          <a:prstGeom prst="roundRect">
            <a:avLst>
              <a:gd name="adj"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000" b="1" spc="150">
                <a:solidFill>
                  <a:schemeClr val="bg1"/>
                </a:solidFill>
              </a:rPr>
              <a:t>PIECE 2 · ENTITLEMENTS</a:t>
            </a:r>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
        <p:nvSpPr>
          <p:cNvPr id="26" name="Eyebrow"/>
          <p:cNvSpPr txBox="1"/>
          <p:nvPr/>
        </p:nvSpPr>
        <p:spPr>
          <a:xfrm>
            <a:off x="548640" y="1600200"/>
            <a:ext cx="6400800" cy="237744"/>
          </a:xfrm>
          <a:prstGeom prst="rect">
            <a:avLst/>
          </a:prstGeom>
          <a:noFill/>
        </p:spPr>
        <p:txBody>
          <a:bodyPr wrap="square" lIns="0" rIns="0" tIns="0" bIns="0" anchor="t">
            <a:spAutoFit/>
          </a:bodyPr>
          <a:lstStyle/>
          <a:p>
            <a:pPr marL="0" indent="0">
              <a:buNone/>
            </a:pPr>
            <a:r>
              <a:rPr sz="1100" b="1" spc="100">
                <a:solidFill>
                  <a:schemeClr val="tx2"/>
                </a:solidFill>
              </a:rPr>
              <a:t>WHERE TO START</a:t>
            </a:r>
          </a:p>
        </p:txBody>
      </p:sp>
      <p:sp>
        <p:nvSpPr>
          <p:cNvPr id="27" name="Card"/>
          <p:cNvSpPr/>
          <p:nvPr/>
        </p:nvSpPr>
        <p:spPr>
          <a:xfrm>
            <a:off x="548640" y="1920240"/>
            <a:ext cx="6949440" cy="96012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
          <p:cNvSpPr txBox="1"/>
          <p:nvPr/>
        </p:nvSpPr>
        <p:spPr>
          <a:xfrm>
            <a:off x="749808" y="1920240"/>
            <a:ext cx="1920240" cy="960120"/>
          </a:xfrm>
          <a:prstGeom prst="rect">
            <a:avLst/>
          </a:prstGeom>
          <a:noFill/>
        </p:spPr>
        <p:txBody>
          <a:bodyPr wrap="square" lIns="0" rIns="0" tIns="0" bIns="0" anchor="ctr">
            <a:spAutoFit/>
          </a:bodyPr>
          <a:lstStyle/>
          <a:p>
            <a:pPr marL="0" indent="0">
              <a:buNone/>
            </a:pPr>
            <a:r>
              <a:rPr sz="1500" b="1">
                <a:solidFill>
                  <a:schemeClr val="tx1"/>
                </a:solidFill>
              </a:rPr>
              <a:t>No-storage groups</a:t>
            </a:r>
          </a:p>
        </p:txBody>
      </p:sp>
      <p:sp>
        <p:nvSpPr>
          <p:cNvPr id="29" name="Status chip"/>
          <p:cNvSpPr/>
          <p:nvPr/>
        </p:nvSpPr>
        <p:spPr>
          <a:xfrm>
            <a:off x="2697480" y="2258568"/>
            <a:ext cx="1188720" cy="27432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100" b="1">
                <a:solidFill>
                  <a:schemeClr val="bg1"/>
                </a:solidFill>
              </a:rPr>
              <a:t>Quick win</a:t>
            </a:r>
          </a:p>
        </p:txBody>
      </p:sp>
      <p:sp>
        <p:nvSpPr>
          <p:cNvPr id="30" name="Text"/>
          <p:cNvSpPr txBox="1"/>
          <p:nvPr/>
        </p:nvSpPr>
        <p:spPr>
          <a:xfrm>
            <a:off x="4069080" y="1920240"/>
            <a:ext cx="3246120" cy="960120"/>
          </a:xfrm>
          <a:prstGeom prst="rect">
            <a:avLst/>
          </a:prstGeom>
          <a:noFill/>
        </p:spPr>
        <p:txBody>
          <a:bodyPr wrap="square" lIns="0" rIns="0" tIns="0" bIns="0" anchor="ctr">
            <a:spAutoFit/>
          </a:bodyPr>
          <a:lstStyle/>
          <a:p>
            <a:pPr marL="0" indent="0">
              <a:buNone/>
            </a:pPr>
            <a:r>
              <a:rPr sz="1300" b="0">
                <a:solidFill>
                  <a:schemeClr val="tx1"/>
                </a:solidFill>
              </a:rPr>
              <a:t>~46 users in risk groups where no one holds allocated storage (as of 5/29)</a:t>
            </a:r>
          </a:p>
        </p:txBody>
      </p:sp>
      <p:sp>
        <p:nvSpPr>
          <p:cNvPr id="31" name="Card"/>
          <p:cNvSpPr/>
          <p:nvPr/>
        </p:nvSpPr>
        <p:spPr>
          <a:xfrm>
            <a:off x="548640" y="2999232"/>
            <a:ext cx="6949440" cy="96012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
          <p:cNvSpPr txBox="1"/>
          <p:nvPr/>
        </p:nvSpPr>
        <p:spPr>
          <a:xfrm>
            <a:off x="749808" y="2999232"/>
            <a:ext cx="1920240" cy="960120"/>
          </a:xfrm>
          <a:prstGeom prst="rect">
            <a:avLst/>
          </a:prstGeom>
          <a:noFill/>
        </p:spPr>
        <p:txBody>
          <a:bodyPr wrap="square" lIns="0" rIns="0" tIns="0" bIns="0" anchor="ctr">
            <a:spAutoFit/>
          </a:bodyPr>
          <a:lstStyle/>
          <a:p>
            <a:pPr marL="0" indent="0">
              <a:buNone/>
            </a:pPr>
            <a:r>
              <a:rPr sz="1500" b="1">
                <a:solidFill>
                  <a:schemeClr val="tx1"/>
                </a:solidFill>
              </a:rPr>
              <a:t>IT&amp;V</a:t>
            </a:r>
          </a:p>
        </p:txBody>
      </p:sp>
      <p:sp>
        <p:nvSpPr>
          <p:cNvPr id="33" name="Status chip"/>
          <p:cNvSpPr/>
          <p:nvPr/>
        </p:nvSpPr>
        <p:spPr>
          <a:xfrm>
            <a:off x="2697480" y="3337560"/>
            <a:ext cx="1188720" cy="274320"/>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100" b="1">
                <a:solidFill>
                  <a:schemeClr val="bg1"/>
                </a:solidFill>
              </a:rPr>
              <a:t>Largest</a:t>
            </a:r>
          </a:p>
        </p:txBody>
      </p:sp>
      <p:sp>
        <p:nvSpPr>
          <p:cNvPr id="34" name="Text"/>
          <p:cNvSpPr txBox="1"/>
          <p:nvPr/>
        </p:nvSpPr>
        <p:spPr>
          <a:xfrm>
            <a:off x="4069080" y="2999232"/>
            <a:ext cx="3246120" cy="960120"/>
          </a:xfrm>
          <a:prstGeom prst="rect">
            <a:avLst/>
          </a:prstGeom>
          <a:noFill/>
        </p:spPr>
        <p:txBody>
          <a:bodyPr wrap="square" lIns="0" rIns="0" tIns="0" bIns="0" anchor="ctr">
            <a:spAutoFit/>
          </a:bodyPr>
          <a:lstStyle/>
          <a:p>
            <a:pPr marL="0" indent="0">
              <a:buNone/>
            </a:pPr>
            <a:r>
              <a:rPr sz="1300" b="0">
                <a:solidFill>
                  <a:schemeClr val="tx1"/>
                </a:solidFill>
              </a:rPr>
              <a:t>About 1,200 entitled users, roughly half of corporate risk SAS entitlements</a:t>
            </a:r>
          </a:p>
        </p:txBody>
      </p:sp>
      <p:sp>
        <p:nvSpPr>
          <p:cNvPr id="35" name="Card"/>
          <p:cNvSpPr/>
          <p:nvPr/>
        </p:nvSpPr>
        <p:spPr>
          <a:xfrm>
            <a:off x="548640" y="4078224"/>
            <a:ext cx="6949440" cy="96012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
          <p:cNvSpPr txBox="1"/>
          <p:nvPr/>
        </p:nvSpPr>
        <p:spPr>
          <a:xfrm>
            <a:off x="749808" y="4078224"/>
            <a:ext cx="1920240" cy="960120"/>
          </a:xfrm>
          <a:prstGeom prst="rect">
            <a:avLst/>
          </a:prstGeom>
          <a:noFill/>
        </p:spPr>
        <p:txBody>
          <a:bodyPr wrap="square" lIns="0" rIns="0" tIns="0" bIns="0" anchor="ctr">
            <a:spAutoFit/>
          </a:bodyPr>
          <a:lstStyle/>
          <a:p>
            <a:pPr marL="0" indent="0">
              <a:buNone/>
            </a:pPr>
            <a:r>
              <a:rPr sz="1500" b="1">
                <a:solidFill>
                  <a:schemeClr val="tx1"/>
                </a:solidFill>
              </a:rPr>
              <a:t>MRM</a:t>
            </a:r>
          </a:p>
        </p:txBody>
      </p:sp>
      <p:sp>
        <p:nvSpPr>
          <p:cNvPr id="37" name="Status chip"/>
          <p:cNvSpPr/>
          <p:nvPr/>
        </p:nvSpPr>
        <p:spPr>
          <a:xfrm>
            <a:off x="2697480" y="4416552"/>
            <a:ext cx="1188720" cy="274320"/>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100" b="1">
                <a:solidFill>
                  <a:schemeClr val="bg1"/>
                </a:solidFill>
              </a:rPr>
              <a:t>Low activity</a:t>
            </a:r>
          </a:p>
        </p:txBody>
      </p:sp>
      <p:sp>
        <p:nvSpPr>
          <p:cNvPr id="38" name="Text"/>
          <p:cNvSpPr txBox="1"/>
          <p:nvPr/>
        </p:nvSpPr>
        <p:spPr>
          <a:xfrm>
            <a:off x="4069080" y="4078224"/>
            <a:ext cx="3246120" cy="960120"/>
          </a:xfrm>
          <a:prstGeom prst="rect">
            <a:avLst/>
          </a:prstGeom>
          <a:noFill/>
        </p:spPr>
        <p:txBody>
          <a:bodyPr wrap="square" lIns="0" rIns="0" tIns="0" bIns="0" anchor="ctr">
            <a:spAutoFit/>
          </a:bodyPr>
          <a:lstStyle/>
          <a:p>
            <a:pPr marL="0" indent="0">
              <a:buNone/>
            </a:pPr>
            <a:r>
              <a:rPr sz="1300" b="0">
                <a:solidFill>
                  <a:schemeClr val="tx1"/>
                </a:solidFill>
              </a:rPr>
              <a:t>233 entitled users, only 36 active</a:t>
            </a:r>
          </a:p>
        </p:txBody>
      </p:sp>
      <p:sp>
        <p:nvSpPr>
          <p:cNvPr id="39" name="Text"/>
          <p:cNvSpPr txBox="1"/>
          <p:nvPr/>
        </p:nvSpPr>
        <p:spPr>
          <a:xfrm>
            <a:off x="548640" y="5212080"/>
            <a:ext cx="6949440" cy="731520"/>
          </a:xfrm>
          <a:prstGeom prst="rect">
            <a:avLst/>
          </a:prstGeom>
          <a:noFill/>
        </p:spPr>
        <p:txBody>
          <a:bodyPr wrap="square" lIns="0" rIns="0" tIns="0" bIns="0" anchor="t">
            <a:spAutoFit/>
          </a:bodyPr>
          <a:lstStyle/>
          <a:p>
            <a:pPr marL="0" indent="0">
              <a:buNone/>
            </a:pPr>
            <a:r>
              <a:rPr sz="1200" b="1">
                <a:solidFill>
                  <a:schemeClr val="tx2"/>
                </a:solidFill>
              </a:rPr>
              <a:t>Default: </a:t>
            </a:r>
            <a:r>
              <a:rPr sz="1200" b="0">
                <a:solidFill>
                  <a:schemeClr val="tx2"/>
                </a:solidFill>
              </a:rPr>
              <a:t>if no one in your group holds storage, you likely don't need an entitlement. Exceptions (e.g., pulling from another LOB) can request it back.</a:t>
            </a:r>
          </a:p>
        </p:txBody>
      </p:sp>
      <p:sp>
        <p:nvSpPr>
          <p:cNvPr id="40" name="Card"/>
          <p:cNvSpPr/>
          <p:nvPr/>
        </p:nvSpPr>
        <p:spPr>
          <a:xfrm>
            <a:off x="7772400" y="1600200"/>
            <a:ext cx="3867912" cy="2240280"/>
          </a:xfrm>
          <a:prstGeom prst="roundRect">
            <a:avLst>
              <a:gd name="adj" fmla="val 8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
          <p:cNvSpPr txBox="1"/>
          <p:nvPr/>
        </p:nvSpPr>
        <p:spPr>
          <a:xfrm>
            <a:off x="7973568" y="1783080"/>
            <a:ext cx="3474720" cy="1920240"/>
          </a:xfrm>
          <a:prstGeom prst="rect">
            <a:avLst/>
          </a:prstGeom>
          <a:noFill/>
        </p:spPr>
        <p:txBody>
          <a:bodyPr wrap="square" lIns="0" rIns="0" tIns="0" bIns="0" anchor="t">
            <a:spAutoFit/>
          </a:bodyPr>
          <a:lstStyle/>
          <a:p>
            <a:pPr marL="0" indent="0">
              <a:buNone/>
            </a:pPr>
            <a:r>
              <a:rPr sz="1100" b="1" spc="100">
                <a:solidFill>
                  <a:schemeClr val="bg2"/>
                </a:solidFill>
              </a:rPr>
              <a:t>HOW IT RUNS</a:t>
            </a:r>
          </a:p>
          <a:p>
            <a:pPr marL="0" indent="0">
              <a:buNone/>
            </a:pPr>
            <a:r>
              <a:rPr sz="1700" b="1">
                <a:solidFill>
                  <a:schemeClr val="bg1"/>
                </a:solidFill>
              </a:rPr>
              <a:t>Bulk Removal, Q4 2026</a:t>
            </a:r>
          </a:p>
          <a:p>
            <a:pPr marL="0" indent="0">
              <a:buNone/>
            </a:pPr>
            <a:r>
              <a:rPr sz="1300" b="0">
                <a:solidFill>
                  <a:schemeClr val="bg1"/>
                </a:solidFill>
              </a:rPr>
              <a:t>A bulk entitlement removal process is in development. We start after storage is underway so the two efforts don't collide.</a:t>
            </a:r>
          </a:p>
        </p:txBody>
      </p:sp>
      <p:sp>
        <p:nvSpPr>
          <p:cNvPr id="42" name="Card"/>
          <p:cNvSpPr/>
          <p:nvPr/>
        </p:nvSpPr>
        <p:spPr>
          <a:xfrm>
            <a:off x="7772400" y="3977639"/>
            <a:ext cx="3867912" cy="201168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
          <p:cNvSpPr txBox="1"/>
          <p:nvPr/>
        </p:nvSpPr>
        <p:spPr>
          <a:xfrm>
            <a:off x="7973568" y="4114800"/>
            <a:ext cx="3474720" cy="1783080"/>
          </a:xfrm>
          <a:prstGeom prst="rect">
            <a:avLst/>
          </a:prstGeom>
          <a:noFill/>
        </p:spPr>
        <p:txBody>
          <a:bodyPr wrap="square" lIns="0" rIns="0" tIns="0" bIns="0" anchor="t">
            <a:spAutoFit/>
          </a:bodyPr>
          <a:lstStyle/>
          <a:p>
            <a:pPr marL="0" indent="0">
              <a:buNone/>
            </a:pPr>
            <a:r>
              <a:rPr sz="1100" b="1" spc="100">
                <a:solidFill>
                  <a:schemeClr val="accent4"/>
                </a:solidFill>
              </a:rPr>
              <a:t>KEEP IN MIND</a:t>
            </a:r>
          </a:p>
          <a:p>
            <a:pPr marL="0" indent="0">
              <a:buNone/>
            </a:pPr>
            <a:r>
              <a:rPr sz="1500" b="1">
                <a:solidFill>
                  <a:schemeClr val="tx1"/>
                </a:solidFill>
              </a:rPr>
              <a:t>Access Is Not Storage</a:t>
            </a:r>
          </a:p>
          <a:p>
            <a:pPr marL="0" indent="0">
              <a:buNone/>
            </a:pPr>
            <a:r>
              <a:rPr sz="1300" b="0">
                <a:solidFill>
                  <a:schemeClr val="tx1"/>
                </a:solidFill>
              </a:rPr>
              <a:t>Entitlements are platform-wide, so this piece cuts access and any per-user cost, not workspace allocation.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The Overlap: Owners, Users, and Role Changes</a:t>
            </a:r>
          </a:p>
        </p:txBody>
      </p:sp>
      <p:sp>
        <p:nvSpPr>
          <p:cNvPr id="3" name="Section tag"/>
          <p:cNvSpPr/>
          <p:nvPr/>
        </p:nvSpPr>
        <p:spPr>
          <a:xfrm>
            <a:off x="548640" y="274320"/>
            <a:ext cx="1674266" cy="274320"/>
          </a:xfrm>
          <a:prstGeom prst="roundRect">
            <a:avLst>
              <a:gd name="adj" fmla="val 50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000" b="1" spc="150">
                <a:solidFill>
                  <a:schemeClr val="bg1"/>
                </a:solidFill>
              </a:rPr>
              <a:t>PIECE 3 · OVERLAP</a:t>
            </a:r>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
        <p:nvSpPr>
          <p:cNvPr id="26" name="Card"/>
          <p:cNvSpPr/>
          <p:nvPr/>
        </p:nvSpPr>
        <p:spPr>
          <a:xfrm>
            <a:off x="548640" y="1600200"/>
            <a:ext cx="3557016" cy="210312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Number"/>
          <p:cNvSpPr/>
          <p:nvPr/>
        </p:nvSpPr>
        <p:spPr>
          <a:xfrm>
            <a:off x="749808" y="1783080"/>
            <a:ext cx="411480" cy="411480"/>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400" b="1">
                <a:solidFill>
                  <a:schemeClr val="bg1"/>
                </a:solidFill>
              </a:rPr>
              <a:t>A</a:t>
            </a:r>
          </a:p>
        </p:txBody>
      </p:sp>
      <p:sp>
        <p:nvSpPr>
          <p:cNvPr id="28" name="Text"/>
          <p:cNvSpPr txBox="1"/>
          <p:nvPr/>
        </p:nvSpPr>
        <p:spPr>
          <a:xfrm>
            <a:off x="1298448" y="1783080"/>
            <a:ext cx="2651760" cy="411480"/>
          </a:xfrm>
          <a:prstGeom prst="rect">
            <a:avLst/>
          </a:prstGeom>
          <a:noFill/>
        </p:spPr>
        <p:txBody>
          <a:bodyPr wrap="square" lIns="0" rIns="0" tIns="0" bIns="0" anchor="ctr">
            <a:spAutoFit/>
          </a:bodyPr>
          <a:lstStyle/>
          <a:p>
            <a:pPr marL="0" indent="0">
              <a:buNone/>
            </a:pPr>
            <a:r>
              <a:rPr sz="1500" b="1">
                <a:solidFill>
                  <a:schemeClr val="tx1"/>
                </a:solidFill>
              </a:rPr>
              <a:t>Owner and User</a:t>
            </a:r>
          </a:p>
        </p:txBody>
      </p:sp>
      <p:sp>
        <p:nvSpPr>
          <p:cNvPr id="29" name="Text"/>
          <p:cNvSpPr txBox="1"/>
          <p:nvPr/>
        </p:nvSpPr>
        <p:spPr>
          <a:xfrm>
            <a:off x="749808" y="2423160"/>
            <a:ext cx="3154680" cy="2011680"/>
          </a:xfrm>
          <a:prstGeom prst="rect">
            <a:avLst/>
          </a:prstGeom>
          <a:noFill/>
        </p:spPr>
        <p:txBody>
          <a:bodyPr wrap="square" lIns="0" rIns="0" tIns="0" bIns="0" anchor="t">
            <a:spAutoFit/>
          </a:bodyPr>
          <a:lstStyle/>
          <a:p>
            <a:pPr marL="0" indent="0">
              <a:buNone/>
            </a:pPr>
            <a:r>
              <a:rPr sz="1300" b="0">
                <a:solidFill>
                  <a:schemeClr val="tx1"/>
                </a:solidFill>
              </a:rPr>
              <a:t>Someone can own workspaces and hold an entitlement. Consolidating their storage may not change their access, and that's fine.</a:t>
            </a:r>
          </a:p>
        </p:txBody>
      </p:sp>
      <p:sp>
        <p:nvSpPr>
          <p:cNvPr id="30" name="Card"/>
          <p:cNvSpPr/>
          <p:nvPr/>
        </p:nvSpPr>
        <p:spPr>
          <a:xfrm>
            <a:off x="4315968" y="1600200"/>
            <a:ext cx="3557016" cy="210312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Number"/>
          <p:cNvSpPr/>
          <p:nvPr/>
        </p:nvSpPr>
        <p:spPr>
          <a:xfrm>
            <a:off x="4517136" y="1783080"/>
            <a:ext cx="411480" cy="411480"/>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400" b="1">
                <a:solidFill>
                  <a:schemeClr val="bg1"/>
                </a:solidFill>
              </a:rPr>
              <a:t>B</a:t>
            </a:r>
          </a:p>
        </p:txBody>
      </p:sp>
      <p:sp>
        <p:nvSpPr>
          <p:cNvPr id="32" name="Text"/>
          <p:cNvSpPr txBox="1"/>
          <p:nvPr/>
        </p:nvSpPr>
        <p:spPr>
          <a:xfrm>
            <a:off x="5065776" y="1783080"/>
            <a:ext cx="2651760" cy="411480"/>
          </a:xfrm>
          <a:prstGeom prst="rect">
            <a:avLst/>
          </a:prstGeom>
          <a:noFill/>
        </p:spPr>
        <p:txBody>
          <a:bodyPr wrap="square" lIns="0" rIns="0" tIns="0" bIns="0" anchor="ctr">
            <a:spAutoFit/>
          </a:bodyPr>
          <a:lstStyle/>
          <a:p>
            <a:pPr marL="0" indent="0">
              <a:buNone/>
            </a:pPr>
            <a:r>
              <a:rPr sz="1500" b="1">
                <a:solidFill>
                  <a:schemeClr val="tx1"/>
                </a:solidFill>
              </a:rPr>
              <a:t>Moved Roles</a:t>
            </a:r>
          </a:p>
        </p:txBody>
      </p:sp>
      <p:sp>
        <p:nvSpPr>
          <p:cNvPr id="33" name="Text"/>
          <p:cNvSpPr txBox="1"/>
          <p:nvPr/>
        </p:nvSpPr>
        <p:spPr>
          <a:xfrm>
            <a:off x="4517136" y="2423160"/>
            <a:ext cx="3154680" cy="2011680"/>
          </a:xfrm>
          <a:prstGeom prst="rect">
            <a:avLst/>
          </a:prstGeom>
          <a:noFill/>
        </p:spPr>
        <p:txBody>
          <a:bodyPr wrap="square" lIns="0" rIns="0" tIns="0" bIns="0" anchor="t">
            <a:spAutoFit/>
          </a:bodyPr>
          <a:lstStyle/>
          <a:p>
            <a:pPr marL="0" indent="0">
              <a:buNone/>
            </a:pPr>
            <a:r>
              <a:rPr sz="1300" b="0">
                <a:solidFill>
                  <a:schemeClr val="tx1"/>
                </a:solidFill>
              </a:rPr>
              <a:t>People who left a role may no longer need a workspace or an entitlement, e.g., an owner who changed teams still holds about 800 GB.</a:t>
            </a:r>
          </a:p>
        </p:txBody>
      </p:sp>
      <p:sp>
        <p:nvSpPr>
          <p:cNvPr id="34" name="Card"/>
          <p:cNvSpPr/>
          <p:nvPr/>
        </p:nvSpPr>
        <p:spPr>
          <a:xfrm>
            <a:off x="8083296" y="1600200"/>
            <a:ext cx="3557016" cy="210312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Number"/>
          <p:cNvSpPr/>
          <p:nvPr/>
        </p:nvSpPr>
        <p:spPr>
          <a:xfrm>
            <a:off x="8284464" y="1783080"/>
            <a:ext cx="411480" cy="411480"/>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400" b="1">
                <a:solidFill>
                  <a:schemeClr val="bg1"/>
                </a:solidFill>
              </a:rPr>
              <a:t>C</a:t>
            </a:r>
          </a:p>
        </p:txBody>
      </p:sp>
      <p:sp>
        <p:nvSpPr>
          <p:cNvPr id="36" name="Text"/>
          <p:cNvSpPr txBox="1"/>
          <p:nvPr/>
        </p:nvSpPr>
        <p:spPr>
          <a:xfrm>
            <a:off x="8833104" y="1783080"/>
            <a:ext cx="2651760" cy="411480"/>
          </a:xfrm>
          <a:prstGeom prst="rect">
            <a:avLst/>
          </a:prstGeom>
          <a:noFill/>
        </p:spPr>
        <p:txBody>
          <a:bodyPr wrap="square" lIns="0" rIns="0" tIns="0" bIns="0" anchor="ctr">
            <a:spAutoFit/>
          </a:bodyPr>
          <a:lstStyle/>
          <a:p>
            <a:pPr marL="0" indent="0">
              <a:buNone/>
            </a:pPr>
            <a:r>
              <a:rPr sz="1500" b="1">
                <a:solidFill>
                  <a:schemeClr val="tx1"/>
                </a:solidFill>
              </a:rPr>
              <a:t>Team-Wide Access</a:t>
            </a:r>
          </a:p>
        </p:txBody>
      </p:sp>
      <p:sp>
        <p:nvSpPr>
          <p:cNvPr id="37" name="Text"/>
          <p:cNvSpPr txBox="1"/>
          <p:nvPr/>
        </p:nvSpPr>
        <p:spPr>
          <a:xfrm>
            <a:off x="8284464" y="2423160"/>
            <a:ext cx="3154680" cy="2011680"/>
          </a:xfrm>
          <a:prstGeom prst="rect">
            <a:avLst/>
          </a:prstGeom>
          <a:noFill/>
        </p:spPr>
        <p:txBody>
          <a:bodyPr wrap="square" lIns="0" rIns="0" tIns="0" bIns="0" anchor="t">
            <a:spAutoFit/>
          </a:bodyPr>
          <a:lstStyle/>
          <a:p>
            <a:pPr marL="0" indent="0">
              <a:buNone/>
            </a:pPr>
            <a:r>
              <a:rPr sz="1300" b="0">
                <a:solidFill>
                  <a:schemeClr val="tx1"/>
                </a:solidFill>
              </a:rPr>
              <a:t>Whole teams are entitled while one manager owns the workspace. Keep one accountable owner; others route through them.</a:t>
            </a:r>
          </a:p>
        </p:txBody>
      </p:sp>
      <p:sp>
        <p:nvSpPr>
          <p:cNvPr id="38" name="Card"/>
          <p:cNvSpPr/>
          <p:nvPr/>
        </p:nvSpPr>
        <p:spPr>
          <a:xfrm>
            <a:off x="548640" y="3886200"/>
            <a:ext cx="11091672" cy="128016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
          <p:cNvSpPr txBox="1"/>
          <p:nvPr/>
        </p:nvSpPr>
        <p:spPr>
          <a:xfrm>
            <a:off x="777240" y="3886200"/>
            <a:ext cx="8778240" cy="1280160"/>
          </a:xfrm>
          <a:prstGeom prst="rect">
            <a:avLst/>
          </a:prstGeom>
          <a:noFill/>
        </p:spPr>
        <p:txBody>
          <a:bodyPr wrap="square" lIns="0" rIns="0" tIns="0" bIns="0" anchor="ctr">
            <a:spAutoFit/>
          </a:bodyPr>
          <a:lstStyle/>
          <a:p>
            <a:pPr marL="0" indent="0">
              <a:buNone/>
            </a:pPr>
            <a:r>
              <a:rPr sz="1100" b="1" spc="100">
                <a:solidFill>
                  <a:schemeClr val="tx2"/>
                </a:solidFill>
              </a:rPr>
              <a:t>WHY LATER</a:t>
            </a:r>
          </a:p>
          <a:p>
            <a:pPr marL="0" indent="0">
              <a:buNone/>
            </a:pPr>
            <a:r>
              <a:rPr sz="1300" b="0">
                <a:solidFill>
                  <a:schemeClr val="tx1"/>
                </a:solidFill>
              </a:rPr>
              <a:t>This overlap is hard to identify up front. HR data and the owner conversations in pieces 1 and 2 will surface most of it.</a:t>
            </a:r>
          </a:p>
        </p:txBody>
      </p:sp>
      <p:sp>
        <p:nvSpPr>
          <p:cNvPr id="40" name="Section tag"/>
          <p:cNvSpPr/>
          <p:nvPr/>
        </p:nvSpPr>
        <p:spPr>
          <a:xfrm>
            <a:off x="9921240" y="4389120"/>
            <a:ext cx="1508760" cy="27432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100" b="1" spc="100">
                <a:solidFill>
                  <a:schemeClr val="bg1"/>
                </a:solidFill>
              </a:rPr>
              <a:t>LATER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Open Questions to Resolve Before We Execute</a:t>
            </a:r>
          </a:p>
        </p:txBody>
      </p:sp>
      <p:sp>
        <p:nvSpPr>
          <p:cNvPr id="3" name="Section tag"/>
          <p:cNvSpPr/>
          <p:nvPr/>
        </p:nvSpPr>
        <p:spPr>
          <a:xfrm>
            <a:off x="548640" y="274320"/>
            <a:ext cx="1446580" cy="274320"/>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000" b="1" spc="150">
                <a:solidFill>
                  <a:schemeClr val="bg1"/>
                </a:solidFill>
              </a:rPr>
              <a:t>OPEN QUESTIONS</a:t>
            </a:r>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
        <p:nvSpPr>
          <p:cNvPr id="26" name="Card"/>
          <p:cNvSpPr/>
          <p:nvPr/>
        </p:nvSpPr>
        <p:spPr>
          <a:xfrm>
            <a:off x="548640" y="1600200"/>
            <a:ext cx="3557016" cy="205740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Number"/>
          <p:cNvSpPr/>
          <p:nvPr/>
        </p:nvSpPr>
        <p:spPr>
          <a:xfrm>
            <a:off x="749808" y="1828800"/>
            <a:ext cx="411480" cy="411480"/>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400" b="1">
                <a:solidFill>
                  <a:schemeClr val="bg1"/>
                </a:solidFill>
              </a:rPr>
              <a:t>1</a:t>
            </a:r>
          </a:p>
        </p:txBody>
      </p:sp>
      <p:sp>
        <p:nvSpPr>
          <p:cNvPr id="28" name="Status chip"/>
          <p:cNvSpPr/>
          <p:nvPr/>
        </p:nvSpPr>
        <p:spPr>
          <a:xfrm>
            <a:off x="2944368" y="1892807"/>
            <a:ext cx="960120" cy="274320"/>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100" b="1">
                <a:solidFill>
                  <a:schemeClr val="bg1"/>
                </a:solidFill>
              </a:rPr>
              <a:t>Blocker</a:t>
            </a:r>
          </a:p>
        </p:txBody>
      </p:sp>
      <p:sp>
        <p:nvSpPr>
          <p:cNvPr id="29" name="Text"/>
          <p:cNvSpPr txBox="1"/>
          <p:nvPr/>
        </p:nvSpPr>
        <p:spPr>
          <a:xfrm>
            <a:off x="749808" y="2423160"/>
            <a:ext cx="3154680" cy="594360"/>
          </a:xfrm>
          <a:prstGeom prst="rect">
            <a:avLst/>
          </a:prstGeom>
          <a:noFill/>
        </p:spPr>
        <p:txBody>
          <a:bodyPr wrap="square" lIns="0" rIns="0" tIns="0" bIns="0" anchor="t">
            <a:spAutoFit/>
          </a:bodyPr>
          <a:lstStyle/>
          <a:p>
            <a:pPr marL="0" indent="0">
              <a:buNone/>
            </a:pPr>
            <a:r>
              <a:rPr sz="1500" b="1">
                <a:solidFill>
                  <a:schemeClr val="tx1"/>
                </a:solidFill>
              </a:rPr>
              <a:t>How do we de-allocate storage once a workspace is cleared?</a:t>
            </a:r>
          </a:p>
        </p:txBody>
      </p:sp>
      <p:sp>
        <p:nvSpPr>
          <p:cNvPr id="30" name="Text"/>
          <p:cNvSpPr txBox="1"/>
          <p:nvPr/>
        </p:nvSpPr>
        <p:spPr>
          <a:xfrm>
            <a:off x="749808" y="3017520"/>
            <a:ext cx="3154680" cy="594360"/>
          </a:xfrm>
          <a:prstGeom prst="rect">
            <a:avLst/>
          </a:prstGeom>
          <a:noFill/>
        </p:spPr>
        <p:txBody>
          <a:bodyPr wrap="square" lIns="0" rIns="0" tIns="0" bIns="0" anchor="t">
            <a:spAutoFit/>
          </a:bodyPr>
          <a:lstStyle/>
          <a:p>
            <a:pPr marL="0" indent="0">
              <a:buNone/>
            </a:pPr>
            <a:r>
              <a:rPr sz="1200" b="0">
                <a:solidFill>
                  <a:schemeClr val="tx2"/>
                </a:solidFill>
              </a:rPr>
              <a:t>No one on the email thread knows the mechanism; SAS contract concerns raised.</a:t>
            </a:r>
          </a:p>
        </p:txBody>
      </p:sp>
      <p:sp>
        <p:nvSpPr>
          <p:cNvPr id="31" name="Card"/>
          <p:cNvSpPr/>
          <p:nvPr/>
        </p:nvSpPr>
        <p:spPr>
          <a:xfrm>
            <a:off x="4315968" y="1600200"/>
            <a:ext cx="3557016" cy="205740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Number"/>
          <p:cNvSpPr/>
          <p:nvPr/>
        </p:nvSpPr>
        <p:spPr>
          <a:xfrm>
            <a:off x="4517136" y="1828800"/>
            <a:ext cx="411480" cy="411480"/>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400" b="1">
                <a:solidFill>
                  <a:schemeClr val="bg1"/>
                </a:solidFill>
              </a:rPr>
              <a:t>2</a:t>
            </a:r>
          </a:p>
        </p:txBody>
      </p:sp>
      <p:sp>
        <p:nvSpPr>
          <p:cNvPr id="33" name="Text"/>
          <p:cNvSpPr txBox="1"/>
          <p:nvPr/>
        </p:nvSpPr>
        <p:spPr>
          <a:xfrm>
            <a:off x="4517136" y="2423160"/>
            <a:ext cx="3154680" cy="594360"/>
          </a:xfrm>
          <a:prstGeom prst="rect">
            <a:avLst/>
          </a:prstGeom>
          <a:noFill/>
        </p:spPr>
        <p:txBody>
          <a:bodyPr wrap="square" lIns="0" rIns="0" tIns="0" bIns="0" anchor="t">
            <a:spAutoFit/>
          </a:bodyPr>
          <a:lstStyle/>
          <a:p>
            <a:pPr marL="0" indent="0">
              <a:buNone/>
            </a:pPr>
            <a:r>
              <a:rPr sz="1500" b="1">
                <a:solidFill>
                  <a:schemeClr val="tx1"/>
                </a:solidFill>
              </a:rPr>
              <a:t>Can 0% workspaces be deleted outright?</a:t>
            </a:r>
          </a:p>
        </p:txBody>
      </p:sp>
      <p:sp>
        <p:nvSpPr>
          <p:cNvPr id="34" name="Text"/>
          <p:cNvSpPr txBox="1"/>
          <p:nvPr/>
        </p:nvSpPr>
        <p:spPr>
          <a:xfrm>
            <a:off x="4517136" y="3017520"/>
            <a:ext cx="3154680" cy="594360"/>
          </a:xfrm>
          <a:prstGeom prst="rect">
            <a:avLst/>
          </a:prstGeom>
          <a:noFill/>
        </p:spPr>
        <p:txBody>
          <a:bodyPr wrap="square" lIns="0" rIns="0" tIns="0" bIns="0" anchor="t">
            <a:spAutoFit/>
          </a:bodyPr>
          <a:lstStyle/>
          <a:p>
            <a:pPr marL="0" indent="0">
              <a:buNone/>
            </a:pPr>
            <a:r>
              <a:rPr sz="1200" b="0">
                <a:solidFill>
                  <a:schemeClr val="tx2"/>
                </a:solidFill>
              </a:rPr>
              <a:t>Or do they need to be archived first, and by whom?</a:t>
            </a:r>
          </a:p>
        </p:txBody>
      </p:sp>
      <p:sp>
        <p:nvSpPr>
          <p:cNvPr id="35" name="Card"/>
          <p:cNvSpPr/>
          <p:nvPr/>
        </p:nvSpPr>
        <p:spPr>
          <a:xfrm>
            <a:off x="8083296" y="1600200"/>
            <a:ext cx="3557016" cy="205740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Number"/>
          <p:cNvSpPr/>
          <p:nvPr/>
        </p:nvSpPr>
        <p:spPr>
          <a:xfrm>
            <a:off x="8284464" y="1828800"/>
            <a:ext cx="411480" cy="411480"/>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400" b="1">
                <a:solidFill>
                  <a:schemeClr val="bg1"/>
                </a:solidFill>
              </a:rPr>
              <a:t>3</a:t>
            </a:r>
          </a:p>
        </p:txBody>
      </p:sp>
      <p:sp>
        <p:nvSpPr>
          <p:cNvPr id="37" name="Text"/>
          <p:cNvSpPr txBox="1"/>
          <p:nvPr/>
        </p:nvSpPr>
        <p:spPr>
          <a:xfrm>
            <a:off x="8284464" y="2423160"/>
            <a:ext cx="3154680" cy="594360"/>
          </a:xfrm>
          <a:prstGeom prst="rect">
            <a:avLst/>
          </a:prstGeom>
          <a:noFill/>
        </p:spPr>
        <p:txBody>
          <a:bodyPr wrap="square" lIns="0" rIns="0" tIns="0" bIns="0" anchor="t">
            <a:spAutoFit/>
          </a:bodyPr>
          <a:lstStyle/>
          <a:p>
            <a:pPr marL="0" indent="0">
              <a:buNone/>
            </a:pPr>
            <a:r>
              <a:rPr sz="1500" b="1">
                <a:solidFill>
                  <a:schemeClr val="tx1"/>
                </a:solidFill>
              </a:rPr>
              <a:t>How do we engage 64 owners?</a:t>
            </a:r>
          </a:p>
        </p:txBody>
      </p:sp>
      <p:sp>
        <p:nvSpPr>
          <p:cNvPr id="38" name="Text"/>
          <p:cNvSpPr txBox="1"/>
          <p:nvPr/>
        </p:nvSpPr>
        <p:spPr>
          <a:xfrm>
            <a:off x="8284464" y="3017520"/>
            <a:ext cx="3154680" cy="594360"/>
          </a:xfrm>
          <a:prstGeom prst="rect">
            <a:avLst/>
          </a:prstGeom>
          <a:noFill/>
        </p:spPr>
        <p:txBody>
          <a:bodyPr wrap="square" lIns="0" rIns="0" tIns="0" bIns="0" anchor="t">
            <a:spAutoFit/>
          </a:bodyPr>
          <a:lstStyle/>
          <a:p>
            <a:pPr marL="0" indent="0">
              <a:buNone/>
            </a:pPr>
            <a:r>
              <a:rPr sz="1200" b="0">
                <a:solidFill>
                  <a:schemeClr val="tx2"/>
                </a:solidFill>
              </a:rPr>
              <a:t>Meet each one, or have owners designate someone to work with us and CDO?</a:t>
            </a:r>
          </a:p>
        </p:txBody>
      </p:sp>
      <p:sp>
        <p:nvSpPr>
          <p:cNvPr id="39" name="Card"/>
          <p:cNvSpPr/>
          <p:nvPr/>
        </p:nvSpPr>
        <p:spPr>
          <a:xfrm>
            <a:off x="548640" y="3813048"/>
            <a:ext cx="3557016" cy="205740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Number"/>
          <p:cNvSpPr/>
          <p:nvPr/>
        </p:nvSpPr>
        <p:spPr>
          <a:xfrm>
            <a:off x="749808" y="4041648"/>
            <a:ext cx="411480" cy="411480"/>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400" b="1">
                <a:solidFill>
                  <a:schemeClr val="bg1"/>
                </a:solidFill>
              </a:rPr>
              <a:t>4</a:t>
            </a:r>
          </a:p>
        </p:txBody>
      </p:sp>
      <p:sp>
        <p:nvSpPr>
          <p:cNvPr id="41" name="Text"/>
          <p:cNvSpPr txBox="1"/>
          <p:nvPr/>
        </p:nvSpPr>
        <p:spPr>
          <a:xfrm>
            <a:off x="749808" y="4636008"/>
            <a:ext cx="3154680" cy="594360"/>
          </a:xfrm>
          <a:prstGeom prst="rect">
            <a:avLst/>
          </a:prstGeom>
          <a:noFill/>
        </p:spPr>
        <p:txBody>
          <a:bodyPr wrap="square" lIns="0" rIns="0" tIns="0" bIns="0" anchor="t">
            <a:spAutoFit/>
          </a:bodyPr>
          <a:lstStyle/>
          <a:p>
            <a:pPr marL="0" indent="0">
              <a:buNone/>
            </a:pPr>
            <a:r>
              <a:rPr sz="1500" b="1">
                <a:solidFill>
                  <a:schemeClr val="tx1"/>
                </a:solidFill>
              </a:rPr>
              <a:t>What is the licensing model?</a:t>
            </a:r>
          </a:p>
        </p:txBody>
      </p:sp>
      <p:sp>
        <p:nvSpPr>
          <p:cNvPr id="42" name="Text"/>
          <p:cNvSpPr txBox="1"/>
          <p:nvPr/>
        </p:nvSpPr>
        <p:spPr>
          <a:xfrm>
            <a:off x="749808" y="5230368"/>
            <a:ext cx="3154680" cy="594360"/>
          </a:xfrm>
          <a:prstGeom prst="rect">
            <a:avLst/>
          </a:prstGeom>
          <a:noFill/>
        </p:spPr>
        <p:txBody>
          <a:bodyPr wrap="square" lIns="0" rIns="0" tIns="0" bIns="0" anchor="t">
            <a:spAutoFit/>
          </a:bodyPr>
          <a:lstStyle/>
          <a:p>
            <a:pPr marL="0" indent="0">
              <a:buNone/>
            </a:pPr>
            <a:r>
              <a:rPr sz="1200" b="0">
                <a:solidFill>
                  <a:schemeClr val="tx2"/>
                </a:solidFill>
              </a:rPr>
              <a:t>Per-user vs enterprise decides whether removing users saves money directly.</a:t>
            </a:r>
          </a:p>
        </p:txBody>
      </p:sp>
      <p:sp>
        <p:nvSpPr>
          <p:cNvPr id="43" name="Card"/>
          <p:cNvSpPr/>
          <p:nvPr/>
        </p:nvSpPr>
        <p:spPr>
          <a:xfrm>
            <a:off x="4315968" y="3813048"/>
            <a:ext cx="3557016" cy="205740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Number"/>
          <p:cNvSpPr/>
          <p:nvPr/>
        </p:nvSpPr>
        <p:spPr>
          <a:xfrm>
            <a:off x="4517136" y="4041648"/>
            <a:ext cx="411480" cy="411480"/>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400" b="1">
                <a:solidFill>
                  <a:schemeClr val="bg1"/>
                </a:solidFill>
              </a:rPr>
              <a:t>5</a:t>
            </a:r>
          </a:p>
        </p:txBody>
      </p:sp>
      <p:sp>
        <p:nvSpPr>
          <p:cNvPr id="45" name="Text"/>
          <p:cNvSpPr txBox="1"/>
          <p:nvPr/>
        </p:nvSpPr>
        <p:spPr>
          <a:xfrm>
            <a:off x="4517136" y="4636008"/>
            <a:ext cx="3154680" cy="594360"/>
          </a:xfrm>
          <a:prstGeom prst="rect">
            <a:avLst/>
          </a:prstGeom>
          <a:noFill/>
        </p:spPr>
        <p:txBody>
          <a:bodyPr wrap="square" lIns="0" rIns="0" tIns="0" bIns="0" anchor="t">
            <a:spAutoFit/>
          </a:bodyPr>
          <a:lstStyle/>
          <a:p>
            <a:pPr marL="0" indent="0">
              <a:buNone/>
            </a:pPr>
            <a:r>
              <a:rPr sz="1500" b="1">
                <a:solidFill>
                  <a:schemeClr val="tx1"/>
                </a:solidFill>
              </a:rPr>
              <a:t>What are we actually charged?</a:t>
            </a:r>
          </a:p>
        </p:txBody>
      </p:sp>
      <p:sp>
        <p:nvSpPr>
          <p:cNvPr id="46" name="Text"/>
          <p:cNvSpPr txBox="1"/>
          <p:nvPr/>
        </p:nvSpPr>
        <p:spPr>
          <a:xfrm>
            <a:off x="4517136" y="5230368"/>
            <a:ext cx="3154680" cy="594360"/>
          </a:xfrm>
          <a:prstGeom prst="rect">
            <a:avLst/>
          </a:prstGeom>
          <a:noFill/>
        </p:spPr>
        <p:txBody>
          <a:bodyPr wrap="square" lIns="0" rIns="0" tIns="0" bIns="0" anchor="t">
            <a:spAutoFit/>
          </a:bodyPr>
          <a:lstStyle/>
          <a:p>
            <a:pPr marL="0" indent="0">
              <a:buNone/>
            </a:pPr>
            <a:r>
              <a:rPr sz="1200" b="0">
                <a:solidFill>
                  <a:schemeClr val="tx2"/>
                </a:solidFill>
              </a:rPr>
              <a:t>Does the 4× apply in billing? Allocation vs total run-rate.</a:t>
            </a:r>
          </a:p>
        </p:txBody>
      </p:sp>
      <p:sp>
        <p:nvSpPr>
          <p:cNvPr id="47" name="Card"/>
          <p:cNvSpPr/>
          <p:nvPr/>
        </p:nvSpPr>
        <p:spPr>
          <a:xfrm>
            <a:off x="8083296" y="3813048"/>
            <a:ext cx="3557016" cy="205740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Number"/>
          <p:cNvSpPr/>
          <p:nvPr/>
        </p:nvSpPr>
        <p:spPr>
          <a:xfrm>
            <a:off x="8284464" y="4041648"/>
            <a:ext cx="411480" cy="411480"/>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400" b="1">
                <a:solidFill>
                  <a:schemeClr val="bg1"/>
                </a:solidFill>
              </a:rPr>
              <a:t>6</a:t>
            </a:r>
          </a:p>
        </p:txBody>
      </p:sp>
      <p:sp>
        <p:nvSpPr>
          <p:cNvPr id="49" name="Text"/>
          <p:cNvSpPr txBox="1"/>
          <p:nvPr/>
        </p:nvSpPr>
        <p:spPr>
          <a:xfrm>
            <a:off x="8284464" y="4636008"/>
            <a:ext cx="3154680" cy="594360"/>
          </a:xfrm>
          <a:prstGeom prst="rect">
            <a:avLst/>
          </a:prstGeom>
          <a:noFill/>
        </p:spPr>
        <p:txBody>
          <a:bodyPr wrap="square" lIns="0" rIns="0" tIns="0" bIns="0" anchor="t">
            <a:spAutoFit/>
          </a:bodyPr>
          <a:lstStyle/>
          <a:p>
            <a:pPr marL="0" indent="0">
              <a:buNone/>
            </a:pPr>
            <a:r>
              <a:rPr sz="1500" b="1">
                <a:solidFill>
                  <a:schemeClr val="tx1"/>
                </a:solidFill>
              </a:rPr>
              <a:t>Is the inactive-user report complete?</a:t>
            </a:r>
          </a:p>
        </p:txBody>
      </p:sp>
      <p:sp>
        <p:nvSpPr>
          <p:cNvPr id="50" name="Text"/>
          <p:cNvSpPr txBox="1"/>
          <p:nvPr/>
        </p:nvSpPr>
        <p:spPr>
          <a:xfrm>
            <a:off x="8284464" y="5230368"/>
            <a:ext cx="3154680" cy="594360"/>
          </a:xfrm>
          <a:prstGeom prst="rect">
            <a:avLst/>
          </a:prstGeom>
          <a:noFill/>
        </p:spPr>
        <p:txBody>
          <a:bodyPr wrap="square" lIns="0" rIns="0" tIns="0" bIns="0" anchor="t">
            <a:spAutoFit/>
          </a:bodyPr>
          <a:lstStyle/>
          <a:p>
            <a:pPr marL="0" indent="0">
              <a:buNone/>
            </a:pPr>
            <a:r>
              <a:rPr sz="1200" b="0">
                <a:solidFill>
                  <a:schemeClr val="tx2"/>
                </a:solidFill>
              </a:rPr>
              <a:t>It shows far fewer inactive users than expected.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Next Steps</a:t>
            </a:r>
          </a:p>
        </p:txBody>
      </p:sp>
      <p:sp>
        <p:nvSpPr>
          <p:cNvPr id="3" name="Section tag"/>
          <p:cNvSpPr/>
          <p:nvPr/>
        </p:nvSpPr>
        <p:spPr>
          <a:xfrm>
            <a:off x="548640" y="274320"/>
            <a:ext cx="1143000" cy="274320"/>
          </a:xfrm>
          <a:prstGeom prst="roundRect">
            <a:avLst>
              <a:gd name="adj" fmla="val 5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000" b="1" spc="150">
                <a:solidFill>
                  <a:schemeClr val="bg1"/>
                </a:solidFill>
              </a:rPr>
              <a:t>NEXT STEPS</a:t>
            </a:r>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graphicFrame>
        <p:nvGraphicFramePr>
          <p:cNvPr id="26" name="Table 25"/>
          <p:cNvGraphicFramePr>
            <a:graphicFrameLocks noGrp="1"/>
          </p:cNvGraphicFramePr>
          <p:nvPr/>
        </p:nvGraphicFramePr>
        <p:xfrm>
          <a:off x="548640" y="1600200"/>
          <a:ext cx="11091672" cy="3456432"/>
        </p:xfrm>
        <a:graphic>
          <a:graphicData uri="http://schemas.openxmlformats.org/drawingml/2006/table">
            <a:tbl>
              <a:tblPr/>
              <a:tblGrid>
                <a:gridCol w="6035040"/>
                <a:gridCol w="1737360"/>
                <a:gridCol w="3319272"/>
              </a:tblGrid>
              <a:tr h="384048">
                <a:tc>
                  <a:txBody>
                    <a:bodyPr/>
                    <a:lstStyle/>
                    <a:p>
                      <a:r>
                        <a:rPr sz="1200" b="1">
                          <a:solidFill>
                            <a:schemeClr val="bg1"/>
                          </a:solidFill>
                        </a:rPr>
                        <a:t>Action</a:t>
                      </a:r>
                    </a:p>
                  </a:txBody>
                  <a:tcPr marT="27432" marB="27432"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solidFill>
                      <a:schemeClr val="tx1"/>
                    </a:solidFill>
                  </a:tcPr>
                </a:tc>
                <a:tc>
                  <a:txBody>
                    <a:bodyPr/>
                    <a:lstStyle/>
                    <a:p>
                      <a:r>
                        <a:rPr sz="1200" b="1">
                          <a:solidFill>
                            <a:schemeClr val="bg1"/>
                          </a:solidFill>
                        </a:rPr>
                        <a:t>Owner</a:t>
                      </a:r>
                    </a:p>
                  </a:txBody>
                  <a:tcPr marT="27432" marB="27432"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solidFill>
                      <a:schemeClr val="tx1"/>
                    </a:solidFill>
                  </a:tcPr>
                </a:tc>
                <a:tc>
                  <a:txBody>
                    <a:bodyPr/>
                    <a:lstStyle/>
                    <a:p>
                      <a:r>
                        <a:rPr sz="1200" b="1">
                          <a:solidFill>
                            <a:schemeClr val="bg1"/>
                          </a:solidFill>
                        </a:rPr>
                        <a:t>When / notes</a:t>
                      </a:r>
                    </a:p>
                  </a:txBody>
                  <a:tcPr marT="27432" marB="27432"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solidFill>
                      <a:schemeClr val="tx1"/>
                    </a:solidFill>
                  </a:tcPr>
                </a:tc>
              </a:tr>
              <a:tr h="384048">
                <a:tc>
                  <a:txBody>
                    <a:bodyPr/>
                    <a:lstStyle/>
                    <a:p>
                      <a:r>
                        <a:rPr sz="1250" b="0">
                          <a:solidFill>
                            <a:schemeClr val="tx1"/>
                          </a:solidFill>
                        </a:rPr>
                        <a:t>Present the three-piece approach to Jacqueline</a:t>
                      </a:r>
                    </a:p>
                  </a:txBody>
                  <a:tcPr marT="27432" marB="27432"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c>
                  <a:txBody>
                    <a:bodyPr/>
                    <a:lstStyle/>
                    <a:p>
                      <a:r>
                        <a:rPr sz="1250" b="1">
                          <a:solidFill>
                            <a:schemeClr val="tx1"/>
                          </a:solidFill>
                        </a:rPr>
                        <a:t>Kelly</a:t>
                      </a:r>
                    </a:p>
                  </a:txBody>
                  <a:tcPr marT="27432" marB="27432"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c>
                  <a:txBody>
                    <a:bodyPr/>
                    <a:lstStyle/>
                    <a:p>
                      <a:r>
                        <a:rPr sz="1250" b="0">
                          <a:solidFill>
                            <a:schemeClr val="tx1"/>
                          </a:solidFill>
                        </a:rPr>
                        <a:t>Tue 10/20, ~2:30 (not yet on calendar)</a:t>
                      </a:r>
                    </a:p>
                  </a:txBody>
                  <a:tcPr marT="27432" marB="27432"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r>
              <a:tr h="384048">
                <a:tc>
                  <a:txBody>
                    <a:bodyPr/>
                    <a:lstStyle/>
                    <a:p>
                      <a:r>
                        <a:rPr sz="1250" b="0">
                          <a:solidFill>
                            <a:schemeClr val="tx1"/>
                          </a:solidFill>
                        </a:rPr>
                        <a:t>Pivot workspaces by owner; size 0% workspaces in GB and $</a:t>
                      </a:r>
                    </a:p>
                  </a:txBody>
                  <a:tcPr marT="27432" marB="27432"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c>
                  <a:txBody>
                    <a:bodyPr/>
                    <a:lstStyle/>
                    <a:p>
                      <a:r>
                        <a:rPr sz="1250" b="1">
                          <a:solidFill>
                            <a:schemeClr val="tx1"/>
                          </a:solidFill>
                        </a:rPr>
                        <a:t>Jake</a:t>
                      </a:r>
                    </a:p>
                  </a:txBody>
                  <a:tcPr marT="27432" marB="27432"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c>
                  <a:txBody>
                    <a:bodyPr/>
                    <a:lstStyle/>
                    <a:p>
                      <a:r>
                        <a:rPr sz="1250" b="0">
                          <a:solidFill>
                            <a:schemeClr val="tx1"/>
                          </a:solidFill>
                        </a:rPr>
                        <a:t>In progress</a:t>
                      </a:r>
                    </a:p>
                  </a:txBody>
                  <a:tcPr marT="27432" marB="27432"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r>
              <a:tr h="384048">
                <a:tc>
                  <a:txBody>
                    <a:bodyPr/>
                    <a:lstStyle/>
                    <a:p>
                      <a:r>
                        <a:rPr sz="1250" b="0">
                          <a:solidFill>
                            <a:schemeClr val="tx1"/>
                          </a:solidFill>
                        </a:rPr>
                        <a:t>Size savings per piece using the $/PB rate and 4× factor</a:t>
                      </a:r>
                    </a:p>
                  </a:txBody>
                  <a:tcPr marT="27432" marB="27432"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c>
                  <a:txBody>
                    <a:bodyPr/>
                    <a:lstStyle/>
                    <a:p>
                      <a:r>
                        <a:rPr sz="1250" b="1">
                          <a:solidFill>
                            <a:schemeClr val="tx1"/>
                          </a:solidFill>
                        </a:rPr>
                        <a:t>Jake</a:t>
                      </a:r>
                    </a:p>
                  </a:txBody>
                  <a:tcPr marT="27432" marB="27432"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c>
                  <a:txBody>
                    <a:bodyPr/>
                    <a:lstStyle/>
                    <a:p>
                      <a:r>
                        <a:rPr sz="1250" b="0">
                          <a:solidFill>
                            <a:schemeClr val="tx1"/>
                          </a:solidFill>
                        </a:rPr>
                        <a:t>Before the detailed review</a:t>
                      </a:r>
                    </a:p>
                  </a:txBody>
                  <a:tcPr marT="27432" marB="27432"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r>
              <a:tr h="384048">
                <a:tc>
                  <a:txBody>
                    <a:bodyPr/>
                    <a:lstStyle/>
                    <a:p>
                      <a:r>
                        <a:rPr sz="1250" b="0">
                          <a:solidFill>
                            <a:schemeClr val="tx1"/>
                          </a:solidFill>
                        </a:rPr>
                        <a:t>Refresh entitlement and workspace data from live reports</a:t>
                      </a:r>
                    </a:p>
                  </a:txBody>
                  <a:tcPr marT="27432" marB="27432"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c>
                  <a:txBody>
                    <a:bodyPr/>
                    <a:lstStyle/>
                    <a:p>
                      <a:r>
                        <a:rPr sz="1250" b="1">
                          <a:solidFill>
                            <a:schemeClr val="tx1"/>
                          </a:solidFill>
                        </a:rPr>
                        <a:t>Kelly</a:t>
                      </a:r>
                    </a:p>
                  </a:txBody>
                  <a:tcPr marT="27432" marB="27432"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c>
                  <a:txBody>
                    <a:bodyPr/>
                    <a:lstStyle/>
                    <a:p>
                      <a:r>
                        <a:rPr sz="1250" b="0">
                          <a:solidFill>
                            <a:schemeClr val="tx1"/>
                          </a:solidFill>
                        </a:rPr>
                        <a:t>Replaces the 5/29 snapshot</a:t>
                      </a:r>
                    </a:p>
                  </a:txBody>
                  <a:tcPr marT="27432" marB="27432"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r>
              <a:tr h="384048">
                <a:tc>
                  <a:txBody>
                    <a:bodyPr/>
                    <a:lstStyle/>
                    <a:p>
                      <a:r>
                        <a:rPr sz="1250" b="0">
                          <a:solidFill>
                            <a:schemeClr val="tx1"/>
                          </a:solidFill>
                        </a:rPr>
                        <a:t>Meet the bulk entitlement removal process owner</a:t>
                      </a:r>
                    </a:p>
                  </a:txBody>
                  <a:tcPr marT="27432" marB="27432"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c>
                  <a:txBody>
                    <a:bodyPr/>
                    <a:lstStyle/>
                    <a:p>
                      <a:r>
                        <a:rPr sz="1250" b="1">
                          <a:solidFill>
                            <a:schemeClr val="tx1"/>
                          </a:solidFill>
                        </a:rPr>
                        <a:t>Jake, Kelly</a:t>
                      </a:r>
                    </a:p>
                  </a:txBody>
                  <a:tcPr marT="27432" marB="27432"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c>
                  <a:txBody>
                    <a:bodyPr/>
                    <a:lstStyle/>
                    <a:p>
                      <a:r>
                        <a:rPr sz="1250" b="0">
                          <a:solidFill>
                            <a:schemeClr val="tx1"/>
                          </a:solidFill>
                        </a:rPr>
                        <a:t>This week; process ETA Q4 2026</a:t>
                      </a:r>
                    </a:p>
                  </a:txBody>
                  <a:tcPr marT="27432" marB="27432"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r>
              <a:tr h="384048">
                <a:tc>
                  <a:txBody>
                    <a:bodyPr/>
                    <a:lstStyle/>
                    <a:p>
                      <a:r>
                        <a:rPr sz="1250" b="0">
                          <a:solidFill>
                            <a:schemeClr val="tx1"/>
                          </a:solidFill>
                        </a:rPr>
                        <a:t>Owner breakouts: Chong Lee; Leopold; Kelsey &amp; John; Sean Douglas; Thomas; Maxim</a:t>
                      </a:r>
                    </a:p>
                  </a:txBody>
                  <a:tcPr marT="27432" marB="27432"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c>
                  <a:txBody>
                    <a:bodyPr/>
                    <a:lstStyle/>
                    <a:p>
                      <a:r>
                        <a:rPr sz="1250" b="1">
                          <a:solidFill>
                            <a:schemeClr val="tx1"/>
                          </a:solidFill>
                        </a:rPr>
                        <a:t>Jake, Kelly</a:t>
                      </a:r>
                    </a:p>
                  </a:txBody>
                  <a:tcPr marT="27432" marB="27432"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c>
                  <a:txBody>
                    <a:bodyPr/>
                    <a:lstStyle/>
                    <a:p>
                      <a:r>
                        <a:rPr sz="1250" b="0">
                          <a:solidFill>
                            <a:schemeClr val="tx1"/>
                          </a:solidFill>
                        </a:rPr>
                        <a:t>Next 2 weeks</a:t>
                      </a:r>
                    </a:p>
                  </a:txBody>
                  <a:tcPr marT="27432" marB="27432"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r>
              <a:tr h="384048">
                <a:tc>
                  <a:txBody>
                    <a:bodyPr/>
                    <a:lstStyle/>
                    <a:p>
                      <a:r>
                        <a:rPr sz="1250" b="0">
                          <a:solidFill>
                            <a:schemeClr val="tx1"/>
                          </a:solidFill>
                        </a:rPr>
                        <a:t>Engage model governance and the CDO team on cleanup</a:t>
                      </a:r>
                    </a:p>
                  </a:txBody>
                  <a:tcPr marT="27432" marB="27432"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c>
                  <a:txBody>
                    <a:bodyPr/>
                    <a:lstStyle/>
                    <a:p>
                      <a:r>
                        <a:rPr sz="1250" b="1">
                          <a:solidFill>
                            <a:schemeClr val="tx1"/>
                          </a:solidFill>
                        </a:rPr>
                        <a:t>Jake, Kelly</a:t>
                      </a:r>
                    </a:p>
                  </a:txBody>
                  <a:tcPr marT="27432" marB="27432"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c>
                  <a:txBody>
                    <a:bodyPr/>
                    <a:lstStyle/>
                    <a:p>
                      <a:r>
                        <a:rPr sz="1250" b="0">
                          <a:solidFill>
                            <a:schemeClr val="tx1"/>
                          </a:solidFill>
                        </a:rPr>
                        <a:t>Natalie's team; CDO</a:t>
                      </a:r>
                    </a:p>
                  </a:txBody>
                  <a:tcPr marT="27432" marB="27432"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r>
              <a:tr h="384048">
                <a:tc>
                  <a:txBody>
                    <a:bodyPr/>
                    <a:lstStyle/>
                    <a:p>
                      <a:r>
                        <a:rPr sz="1250" b="0">
                          <a:solidFill>
                            <a:schemeClr val="tx1"/>
                          </a:solidFill>
                        </a:rPr>
                        <a:t>Confirm the licensing model and how billing applies 4×</a:t>
                      </a:r>
                    </a:p>
                  </a:txBody>
                  <a:tcPr marT="27432" marB="27432"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c>
                  <a:txBody>
                    <a:bodyPr/>
                    <a:lstStyle/>
                    <a:p>
                      <a:r>
                        <a:rPr sz="1250" b="1">
                          <a:solidFill>
                            <a:schemeClr val="tx1"/>
                          </a:solidFill>
                        </a:rPr>
                        <a:t>TBD</a:t>
                      </a:r>
                    </a:p>
                  </a:txBody>
                  <a:tcPr marT="27432" marB="27432"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c>
                  <a:txBody>
                    <a:bodyPr/>
                    <a:lstStyle/>
                    <a:p>
                      <a:r>
                        <a:rPr sz="1250" b="0">
                          <a:solidFill>
                            <a:schemeClr val="tx1"/>
                          </a:solidFill>
                        </a:rPr>
                        <a:t>Open question</a:t>
                      </a:r>
                    </a:p>
                  </a:txBody>
                  <a:tcPr marT="27432" marB="27432"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r>
            </a:tbl>
          </a:graphicData>
        </a:graphic>
      </p:graphicFrame>
    </p:spTree>
  </p:cSld>
  <p:clrMapOvr>
    <a:masterClrMapping/>
  </p:clrMapOvr>
</p:sld>
</file>

<file path=ppt/theme/theme1.xml><?xml version="1.0" encoding="utf-8"?>
<a:theme xmlns:a="http://schemas.openxmlformats.org/drawingml/2006/main" name="Risk Data Sourcing">
  <a:themeElements>
    <a:clrScheme name="Risk Data Sourcing">
      <a:dk1>
        <a:srgbClr val="1B2631"/>
      </a:dk1>
      <a:lt1>
        <a:srgbClr val="FFFFFF"/>
      </a:lt1>
      <a:dk2>
        <a:srgbClr val="5A6472"/>
      </a:dk2>
      <a:lt2>
        <a:srgbClr val="F4F6F8"/>
      </a:lt2>
      <a:accent1>
        <a:srgbClr val="1F6F5C"/>
      </a:accent1>
      <a:accent2>
        <a:srgbClr val="2F5D8A"/>
      </a:accent2>
      <a:accent3>
        <a:srgbClr val="A86A12"/>
      </a:accent3>
      <a:accent4>
        <a:srgbClr val="9A3B32"/>
      </a:accent4>
      <a:accent5>
        <a:srgbClr val="2B3F7E"/>
      </a:accent5>
      <a:accent6>
        <a:srgbClr val="5E6670"/>
      </a:accent6>
      <a:hlink>
        <a:srgbClr val="2F5D8A"/>
      </a:hlink>
      <a:folHlink>
        <a:srgbClr val="2B3F7E"/>
      </a:folHlink>
    </a:clrScheme>
    <a:fontScheme name="Risk Data Sourcing">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268</TotalTime>
  <Words>6031</Words>
  <Application>Microsoft Office PowerPoint</Application>
  <PresentationFormat>Widescreen</PresentationFormat>
  <Paragraphs>659</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Risk Data Sourcing</vt:lpstr>
      <vt:lpstr>Risk Data Sourcing Strategy</vt:lpstr>
      <vt:lpstr>Three Pillars Enable Trusted Risk Data for AI, Reporting &amp; Analytics</vt:lpstr>
      <vt:lpstr>Three Pillars on One Common Data Plane</vt:lpstr>
      <vt:lpstr>Data Readiness First: Enabling Trusted AI and Business Use Cases</vt:lpstr>
      <vt:lpstr>How Each Pillar Works Across the Five Phases</vt:lpstr>
      <vt:lpstr>Pillar 1: Enabling the Data Capabilities and Tools We Need</vt:lpstr>
      <vt:lpstr>Pillar 1: Assess Current Tooling and Define Future Capabilities</vt:lpstr>
      <vt:lpstr>Intake Tool: One Shared Capability Across Three Pillars</vt:lpstr>
      <vt:lpstr>Intake Tool: Workstream Status &amp; Key Milestones</vt:lpstr>
      <vt:lpstr>Pillar 2: Assess, Rationalize &amp; Manage the Data Plane</vt:lpstr>
      <vt:lpstr>Organizing Risk Data on the Plane: ORCAP First</vt:lpstr>
      <vt:lpstr>Data Plane Organization: Workstream Status &amp; Key Milestones</vt:lpstr>
      <vt:lpstr>Pillar 3: From Business Demand to Strategic Data Sourcing</vt:lpstr>
      <vt:lpstr>Define the Business Need, Not Just the Data Elements</vt:lpstr>
      <vt:lpstr>How Pillars 2 and 3 Connect: Aligning Demand to Strategic Sources</vt:lpstr>
      <vt:lpstr>Workstreams: Coordinating New Demand &amp; Existing Sourcing</vt:lpstr>
      <vt:lpstr>ORM AI: Workstream Status &amp; Key Milestones</vt:lpstr>
      <vt:lpstr>Standardized Workstream Tracking - ORM AI Example</vt:lpstr>
      <vt:lpstr>DPC Migration Underpins All Three Pillars</vt:lpstr>
      <vt:lpstr>PowerPoint Presentation</vt:lpstr>
      <vt:lpstr>Next Steps</vt:lpstr>
      <vt:lpstr>Appendix</vt:lpstr>
      <vt:lpstr>eGRC: Learn the Priorities Before We Source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Data Sourcing Strategy</dc:title>
  <dc:subject>Three pillars, the order of work, and how we track it</dc:subject>
  <dc:creator>Jake and Vic</dc:creator>
  <cp:lastModifiedBy>Victor Sanchez</cp:lastModifiedBy>
  <cp:revision>1</cp:revision>
  <dcterms:created xsi:type="dcterms:W3CDTF">2026-10-15T22:14:50Z</dcterms:created>
  <dcterms:modified xsi:type="dcterms:W3CDTF">2026-10-16T02:50:11Z</dcterms:modified>
</cp:coreProperties>
</file>