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9"/>
    <p:sldId id="257" r:id="rId10"/>
    <p:sldId id="258" r:id="rId11"/>
    <p:sldId id="259" r:id="rId12"/>
    <p:sldId id="260" r:id="rId13"/>
    <p:sldId id="261" r:id="rId14"/>
    <p:sldId id="262" r:id="rId15"/>
    <p:sldId id="263"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863B0C9-10DB-607B-409F-08E5BEE4083E}">
          <p14:sldIdLst>
            <p14:sldId id="256"/>
            <p14:sldId id="257"/>
            <p14:sldId id="258"/>
            <p14:sldId id="280"/>
            <p14:sldId id="259"/>
            <p14:sldId id="260"/>
          </p14:sldIdLst>
        </p14:section>
        <p14:section name="Governance &amp; Enablement" id="{0BB47F10-AC53-73D2-F98F-B79647CD08F0}">
          <p14:sldIdLst>
            <p14:sldId id="261"/>
            <p14:sldId id="262"/>
            <p14:sldId id="263"/>
            <p14:sldId id="264"/>
          </p14:sldIdLst>
        </p14:section>
        <p14:section name="Data Plane Rationalization" id="{F9507F76-3FDC-054C-EF4E-1B92A58C3F02}">
          <p14:sldIdLst>
            <p14:sldId id="265"/>
            <p14:sldId id="266"/>
            <p14:sldId id="279"/>
            <p14:sldId id="267"/>
          </p14:sldIdLst>
        </p14:section>
        <p14:section name="Demand Intake &amp; Sourcing" id="{CFF7B73F-83D3-D1C7-0040-BCE68CF181EF}">
          <p14:sldIdLst>
            <p14:sldId id="268"/>
            <p14:sldId id="269"/>
            <p14:sldId id="270"/>
            <p14:sldId id="271"/>
            <p14:sldId id="272"/>
            <p14:sldId id="273"/>
          </p14:sldIdLst>
        </p14:section>
        <p14:section name="Wrap-up" id="{750458AC-ABE1-14A6-56CE-88576B264D61}">
          <p14:sldIdLst>
            <p14:sldId id="274"/>
            <p14:sldId id="275"/>
            <p14:sldId id="276"/>
          </p14:sldIdLst>
        </p14:section>
        <p14:section name="Appendix" id="{C1A38215-0F03-B617-A718-BEB2CB0A5BDC}">
          <p14:sldIdLst>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BE6FA5-28D6-4FD6-BF80-A9CBA437CE3B}" v="12" dt="2026-10-16T01:34:47.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4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Sanchez" userId="26f73c70b2efd3e2" providerId="LiveId" clId="{66FAA10A-858A-4901-9BC4-4A708FC6DA4A}"/>
    <pc:docChg chg="undo custSel addSld delSld modSld addMainMaster delMainMaster modMainMaster delSection modSection modNotesMaster">
      <pc:chgData name="Victor Sanchez" userId="26f73c70b2efd3e2" providerId="LiveId" clId="{66FAA10A-858A-4901-9BC4-4A708FC6DA4A}" dt="2026-10-16T02:50:03.113" v="1554" actId="20577"/>
      <pc:docMkLst>
        <pc:docMk/>
      </pc:docMkLst>
      <pc:sldChg chg="modSp mod modClrScheme chgLayout">
        <pc:chgData name="Victor Sanchez" userId="26f73c70b2efd3e2" providerId="LiveId" clId="{66FAA10A-858A-4901-9BC4-4A708FC6DA4A}" dt="2026-10-16T00:52:33.228" v="1086"/>
        <pc:sldMkLst>
          <pc:docMk/>
          <pc:sldMk cId="0" sldId="257"/>
        </pc:sldMkLst>
        <pc:spChg chg="mod">
          <ac:chgData name="Victor Sanchez" userId="26f73c70b2efd3e2" providerId="LiveId" clId="{66FAA10A-858A-4901-9BC4-4A708FC6DA4A}" dt="2026-10-15T23:27:47.068" v="87" actId="26606"/>
          <ac:spMkLst>
            <pc:docMk/>
            <pc:sldMk cId="0" sldId="257"/>
            <ac:spMk id="2" creationId="{00000000-0000-0000-0000-000000000000}"/>
          </ac:spMkLst>
        </pc:spChg>
        <pc:spChg chg="add mod">
          <ac:chgData name="Victor Sanchez" userId="26f73c70b2efd3e2" providerId="LiveId" clId="{66FAA10A-858A-4901-9BC4-4A708FC6DA4A}" dt="2026-10-15T23:27:47.068" v="87" actId="26606"/>
          <ac:spMkLst>
            <pc:docMk/>
            <pc:sldMk cId="0" sldId="257"/>
            <ac:spMk id="4" creationId="{00000000-0000-0000-0000-000000000000}"/>
          </ac:spMkLst>
        </pc:spChg>
        <pc:spChg chg="mod">
          <ac:chgData name="Victor Sanchez" userId="26f73c70b2efd3e2" providerId="LiveId" clId="{66FAA10A-858A-4901-9BC4-4A708FC6DA4A}" dt="2026-10-16T00:43:20.879" v="1020"/>
          <ac:spMkLst>
            <pc:docMk/>
            <pc:sldMk cId="0" sldId="257"/>
            <ac:spMk id="7" creationId="{00000000-0000-0000-0000-000000000000}"/>
          </ac:spMkLst>
        </pc:spChg>
        <pc:spChg chg="mod">
          <ac:chgData name="Victor Sanchez" userId="26f73c70b2efd3e2" providerId="LiveId" clId="{66FAA10A-858A-4901-9BC4-4A708FC6DA4A}" dt="2026-10-16T00:47:58.225" v="1080" actId="113"/>
          <ac:spMkLst>
            <pc:docMk/>
            <pc:sldMk cId="0" sldId="257"/>
            <ac:spMk id="10" creationId="{00000000-0000-0000-0000-000000000000}"/>
          </ac:spMkLst>
        </pc:spChg>
        <pc:spChg chg="mod">
          <ac:chgData name="Victor Sanchez" userId="26f73c70b2efd3e2" providerId="LiveId" clId="{66FAA10A-858A-4901-9BC4-4A708FC6DA4A}" dt="2026-10-16T00:49:17.461" v="1081"/>
          <ac:spMkLst>
            <pc:docMk/>
            <pc:sldMk cId="0" sldId="257"/>
            <ac:spMk id="13" creationId="{00000000-0000-0000-0000-000000000000}"/>
          </ac:spMkLst>
        </pc:spChg>
        <pc:spChg chg="mod">
          <ac:chgData name="Victor Sanchez" userId="26f73c70b2efd3e2" providerId="LiveId" clId="{66FAA10A-858A-4901-9BC4-4A708FC6DA4A}" dt="2026-10-16T00:50:37.942" v="1082"/>
          <ac:spMkLst>
            <pc:docMk/>
            <pc:sldMk cId="0" sldId="257"/>
            <ac:spMk id="19" creationId="{00000000-0000-0000-0000-000000000000}"/>
          </ac:spMkLst>
        </pc:spChg>
        <pc:spChg chg="mod">
          <ac:chgData name="Victor Sanchez" userId="26f73c70b2efd3e2" providerId="LiveId" clId="{66FAA10A-858A-4901-9BC4-4A708FC6DA4A}" dt="2026-10-16T00:52:03.661" v="1085" actId="20577"/>
          <ac:spMkLst>
            <pc:docMk/>
            <pc:sldMk cId="0" sldId="257"/>
            <ac:spMk id="24" creationId="{00000000-0000-0000-0000-000000000000}"/>
          </ac:spMkLst>
        </pc:spChg>
        <pc:spChg chg="mod">
          <ac:chgData name="Victor Sanchez" userId="26f73c70b2efd3e2" providerId="LiveId" clId="{66FAA10A-858A-4901-9BC4-4A708FC6DA4A}" dt="2026-10-16T00:52:33.228" v="1086"/>
          <ac:spMkLst>
            <pc:docMk/>
            <pc:sldMk cId="0" sldId="257"/>
            <ac:spMk id="26" creationId="{00000000-0000-0000-0000-000000000000}"/>
          </ac:spMkLst>
        </pc:spChg>
      </pc:sldChg>
      <pc:sldChg chg="modSp mod modClrScheme chgLayout">
        <pc:chgData name="Victor Sanchez" userId="26f73c70b2efd3e2" providerId="LiveId" clId="{66FAA10A-858A-4901-9BC4-4A708FC6DA4A}" dt="2026-10-16T00:18:27.395" v="1019" actId="20577"/>
        <pc:sldMkLst>
          <pc:docMk/>
          <pc:sldMk cId="0" sldId="258"/>
        </pc:sldMkLst>
        <pc:spChg chg="mod">
          <ac:chgData name="Victor Sanchez" userId="26f73c70b2efd3e2" providerId="LiveId" clId="{66FAA10A-858A-4901-9BC4-4A708FC6DA4A}" dt="2026-10-15T23:27:47.068" v="87" actId="26606"/>
          <ac:spMkLst>
            <pc:docMk/>
            <pc:sldMk cId="0" sldId="258"/>
            <ac:spMk id="2" creationId="{00000000-0000-0000-0000-000000000000}"/>
          </ac:spMkLst>
        </pc:spChg>
        <pc:spChg chg="mod">
          <ac:chgData name="Victor Sanchez" userId="26f73c70b2efd3e2" providerId="LiveId" clId="{66FAA10A-858A-4901-9BC4-4A708FC6DA4A}" dt="2026-10-15T23:44:06.289" v="506" actId="14100"/>
          <ac:spMkLst>
            <pc:docMk/>
            <pc:sldMk cId="0" sldId="258"/>
            <ac:spMk id="6" creationId="{00000000-0000-0000-0000-000000000000}"/>
          </ac:spMkLst>
        </pc:spChg>
        <pc:spChg chg="mod">
          <ac:chgData name="Victor Sanchez" userId="26f73c70b2efd3e2" providerId="LiveId" clId="{66FAA10A-858A-4901-9BC4-4A708FC6DA4A}" dt="2026-10-15T23:43:36.288" v="505" actId="1035"/>
          <ac:spMkLst>
            <pc:docMk/>
            <pc:sldMk cId="0" sldId="258"/>
            <ac:spMk id="7" creationId="{00000000-0000-0000-0000-000000000000}"/>
          </ac:spMkLst>
        </pc:spChg>
        <pc:spChg chg="mod">
          <ac:chgData name="Victor Sanchez" userId="26f73c70b2efd3e2" providerId="LiveId" clId="{66FAA10A-858A-4901-9BC4-4A708FC6DA4A}" dt="2026-10-15T23:43:36.288" v="505" actId="1035"/>
          <ac:spMkLst>
            <pc:docMk/>
            <pc:sldMk cId="0" sldId="258"/>
            <ac:spMk id="8" creationId="{00000000-0000-0000-0000-000000000000}"/>
          </ac:spMkLst>
        </pc:spChg>
        <pc:spChg chg="mod">
          <ac:chgData name="Victor Sanchez" userId="26f73c70b2efd3e2" providerId="LiveId" clId="{66FAA10A-858A-4901-9BC4-4A708FC6DA4A}" dt="2026-10-16T00:18:27.395" v="1019" actId="20577"/>
          <ac:spMkLst>
            <pc:docMk/>
            <pc:sldMk cId="0" sldId="258"/>
            <ac:spMk id="9" creationId="{00000000-0000-0000-0000-000000000000}"/>
          </ac:spMkLst>
        </pc:spChg>
        <pc:spChg chg="mod">
          <ac:chgData name="Victor Sanchez" userId="26f73c70b2efd3e2" providerId="LiveId" clId="{66FAA10A-858A-4901-9BC4-4A708FC6DA4A}" dt="2026-10-15T23:44:06.289" v="506" actId="14100"/>
          <ac:spMkLst>
            <pc:docMk/>
            <pc:sldMk cId="0" sldId="258"/>
            <ac:spMk id="10" creationId="{00000000-0000-0000-0000-000000000000}"/>
          </ac:spMkLst>
        </pc:spChg>
        <pc:spChg chg="mod">
          <ac:chgData name="Victor Sanchez" userId="26f73c70b2efd3e2" providerId="LiveId" clId="{66FAA10A-858A-4901-9BC4-4A708FC6DA4A}" dt="2026-10-15T23:43:36.288" v="505" actId="1035"/>
          <ac:spMkLst>
            <pc:docMk/>
            <pc:sldMk cId="0" sldId="258"/>
            <ac:spMk id="12" creationId="{00000000-0000-0000-0000-000000000000}"/>
          </ac:spMkLst>
        </pc:spChg>
        <pc:spChg chg="mod">
          <ac:chgData name="Victor Sanchez" userId="26f73c70b2efd3e2" providerId="LiveId" clId="{66FAA10A-858A-4901-9BC4-4A708FC6DA4A}" dt="2026-10-15T23:47:26.119" v="613" actId="255"/>
          <ac:spMkLst>
            <pc:docMk/>
            <pc:sldMk cId="0" sldId="258"/>
            <ac:spMk id="13" creationId="{00000000-0000-0000-0000-000000000000}"/>
          </ac:spMkLst>
        </pc:spChg>
        <pc:spChg chg="mod">
          <ac:chgData name="Victor Sanchez" userId="26f73c70b2efd3e2" providerId="LiveId" clId="{66FAA10A-858A-4901-9BC4-4A708FC6DA4A}" dt="2026-10-15T23:44:06.289" v="506" actId="14100"/>
          <ac:spMkLst>
            <pc:docMk/>
            <pc:sldMk cId="0" sldId="258"/>
            <ac:spMk id="14" creationId="{00000000-0000-0000-0000-000000000000}"/>
          </ac:spMkLst>
        </pc:spChg>
        <pc:spChg chg="mod">
          <ac:chgData name="Victor Sanchez" userId="26f73c70b2efd3e2" providerId="LiveId" clId="{66FAA10A-858A-4901-9BC4-4A708FC6DA4A}" dt="2026-10-15T23:43:36.288" v="505" actId="1035"/>
          <ac:spMkLst>
            <pc:docMk/>
            <pc:sldMk cId="0" sldId="258"/>
            <ac:spMk id="15" creationId="{00000000-0000-0000-0000-000000000000}"/>
          </ac:spMkLst>
        </pc:spChg>
        <pc:spChg chg="mod">
          <ac:chgData name="Victor Sanchez" userId="26f73c70b2efd3e2" providerId="LiveId" clId="{66FAA10A-858A-4901-9BC4-4A708FC6DA4A}" dt="2026-10-15T23:43:36.288" v="505" actId="1035"/>
          <ac:spMkLst>
            <pc:docMk/>
            <pc:sldMk cId="0" sldId="258"/>
            <ac:spMk id="16" creationId="{00000000-0000-0000-0000-000000000000}"/>
          </ac:spMkLst>
        </pc:spChg>
        <pc:spChg chg="mod">
          <ac:chgData name="Victor Sanchez" userId="26f73c70b2efd3e2" providerId="LiveId" clId="{66FAA10A-858A-4901-9BC4-4A708FC6DA4A}" dt="2026-10-15T23:52:37.319" v="939" actId="20577"/>
          <ac:spMkLst>
            <pc:docMk/>
            <pc:sldMk cId="0" sldId="258"/>
            <ac:spMk id="17" creationId="{00000000-0000-0000-0000-000000000000}"/>
          </ac:spMkLst>
        </pc:spChg>
        <pc:spChg chg="mod">
          <ac:chgData name="Victor Sanchez" userId="26f73c70b2efd3e2" providerId="LiveId" clId="{66FAA10A-858A-4901-9BC4-4A708FC6DA4A}" dt="2026-10-15T23:58:09.497" v="951" actId="20577"/>
          <ac:spMkLst>
            <pc:docMk/>
            <pc:sldMk cId="0" sldId="258"/>
            <ac:spMk id="22" creationId="{00000000-0000-0000-0000-000000000000}"/>
          </ac:spMkLst>
        </pc:spChg>
        <pc:spChg chg="add mod">
          <ac:chgData name="Victor Sanchez" userId="26f73c70b2efd3e2" providerId="LiveId" clId="{66FAA10A-858A-4901-9BC4-4A708FC6DA4A}" dt="2026-10-15T23:27:47.068" v="87" actId="26606"/>
          <ac:spMkLst>
            <pc:docMk/>
            <pc:sldMk cId="0" sldId="258"/>
            <ac:spMk id="25" creationId="{00000000-0000-0000-0000-000000000000}"/>
          </ac:spMkLst>
        </pc:spChg>
      </pc:sldChg>
      <pc:sldChg chg="modSp mod modClrScheme chgLayout">
        <pc:chgData name="Victor Sanchez" userId="26f73c70b2efd3e2" providerId="LiveId" clId="{66FAA10A-858A-4901-9BC4-4A708FC6DA4A}" dt="2026-10-16T00:54:32.462" v="1087" actId="33524"/>
        <pc:sldMkLst>
          <pc:docMk/>
          <pc:sldMk cId="0" sldId="259"/>
        </pc:sldMkLst>
        <pc:spChg chg="mod">
          <ac:chgData name="Victor Sanchez" userId="26f73c70b2efd3e2" providerId="LiveId" clId="{66FAA10A-858A-4901-9BC4-4A708FC6DA4A}" dt="2026-10-15T23:27:47.068" v="87" actId="26606"/>
          <ac:spMkLst>
            <pc:docMk/>
            <pc:sldMk cId="0" sldId="259"/>
            <ac:spMk id="2" creationId="{00000000-0000-0000-0000-000000000000}"/>
          </ac:spMkLst>
        </pc:spChg>
        <pc:spChg chg="add mod">
          <ac:chgData name="Victor Sanchez" userId="26f73c70b2efd3e2" providerId="LiveId" clId="{66FAA10A-858A-4901-9BC4-4A708FC6DA4A}" dt="2026-10-15T23:27:47.068" v="87" actId="26606"/>
          <ac:spMkLst>
            <pc:docMk/>
            <pc:sldMk cId="0" sldId="259"/>
            <ac:spMk id="4" creationId="{00000000-0000-0000-0000-000000000000}"/>
          </ac:spMkLst>
        </pc:spChg>
        <pc:spChg chg="mod">
          <ac:chgData name="Victor Sanchez" userId="26f73c70b2efd3e2" providerId="LiveId" clId="{66FAA10A-858A-4901-9BC4-4A708FC6DA4A}" dt="2026-10-16T00:54:32.462" v="1087" actId="33524"/>
          <ac:spMkLst>
            <pc:docMk/>
            <pc:sldMk cId="0" sldId="259"/>
            <ac:spMk id="13" creationId="{00000000-0000-0000-0000-000000000000}"/>
          </ac:spMkLst>
        </pc:spChg>
      </pc:sldChg>
      <pc:sldChg chg="modSp mod modClrScheme chgLayout">
        <pc:chgData name="Victor Sanchez" userId="26f73c70b2efd3e2" providerId="LiveId" clId="{66FAA10A-858A-4901-9BC4-4A708FC6DA4A}" dt="2026-10-16T01:05:20.520" v="1136" actId="207"/>
        <pc:sldMkLst>
          <pc:docMk/>
          <pc:sldMk cId="0" sldId="260"/>
        </pc:sldMkLst>
        <pc:spChg chg="mod">
          <ac:chgData name="Victor Sanchez" userId="26f73c70b2efd3e2" providerId="LiveId" clId="{66FAA10A-858A-4901-9BC4-4A708FC6DA4A}" dt="2026-10-15T23:27:47.068" v="87" actId="26606"/>
          <ac:spMkLst>
            <pc:docMk/>
            <pc:sldMk cId="0" sldId="260"/>
            <ac:spMk id="2" creationId="{00000000-0000-0000-0000-000000000000}"/>
          </ac:spMkLst>
        </pc:spChg>
        <pc:spChg chg="add mod">
          <ac:chgData name="Victor Sanchez" userId="26f73c70b2efd3e2" providerId="LiveId" clId="{66FAA10A-858A-4901-9BC4-4A708FC6DA4A}" dt="2026-10-15T23:27:47.068" v="87" actId="26606"/>
          <ac:spMkLst>
            <pc:docMk/>
            <pc:sldMk cId="0" sldId="260"/>
            <ac:spMk id="25" creationId="{00000000-0000-0000-0000-000000000000}"/>
          </ac:spMkLst>
        </pc:spChg>
        <pc:graphicFrameChg chg="mod modGraphic">
          <ac:chgData name="Victor Sanchez" userId="26f73c70b2efd3e2" providerId="LiveId" clId="{66FAA10A-858A-4901-9BC4-4A708FC6DA4A}" dt="2026-10-16T01:05:20.520" v="1136" actId="207"/>
          <ac:graphicFrameMkLst>
            <pc:docMk/>
            <pc:sldMk cId="0" sldId="260"/>
            <ac:graphicFrameMk id="6" creationId="{00000000-0000-0000-0000-000000000000}"/>
          </ac:graphicFrameMkLst>
        </pc:graphicFrameChg>
      </pc:sldChg>
      <pc:sldChg chg="modSp mod modClrScheme chgLayout">
        <pc:chgData name="Victor Sanchez" userId="26f73c70b2efd3e2" providerId="LiveId" clId="{66FAA10A-858A-4901-9BC4-4A708FC6DA4A}" dt="2026-10-16T01:28:44.243" v="1153" actId="255"/>
        <pc:sldMkLst>
          <pc:docMk/>
          <pc:sldMk cId="0" sldId="261"/>
        </pc:sldMkLst>
        <pc:spChg chg="mod">
          <ac:chgData name="Victor Sanchez" userId="26f73c70b2efd3e2" providerId="LiveId" clId="{66FAA10A-858A-4901-9BC4-4A708FC6DA4A}" dt="2026-10-15T23:27:47.068" v="87" actId="26606"/>
          <ac:spMkLst>
            <pc:docMk/>
            <pc:sldMk cId="0" sldId="261"/>
            <ac:spMk id="2" creationId="{00000000-0000-0000-0000-000000000000}"/>
          </ac:spMkLst>
        </pc:spChg>
        <pc:spChg chg="add mod">
          <ac:chgData name="Victor Sanchez" userId="26f73c70b2efd3e2" providerId="LiveId" clId="{66FAA10A-858A-4901-9BC4-4A708FC6DA4A}" dt="2026-10-15T23:27:47.068" v="87" actId="26606"/>
          <ac:spMkLst>
            <pc:docMk/>
            <pc:sldMk cId="0" sldId="261"/>
            <ac:spMk id="4" creationId="{00000000-0000-0000-0000-000000000000}"/>
          </ac:spMkLst>
        </pc:spChg>
        <pc:spChg chg="mod">
          <ac:chgData name="Victor Sanchez" userId="26f73c70b2efd3e2" providerId="LiveId" clId="{66FAA10A-858A-4901-9BC4-4A708FC6DA4A}" dt="2026-10-16T01:17:10.038" v="1140" actId="20577"/>
          <ac:spMkLst>
            <pc:docMk/>
            <pc:sldMk cId="0" sldId="261"/>
            <ac:spMk id="8" creationId="{00000000-0000-0000-0000-000000000000}"/>
          </ac:spMkLst>
        </pc:spChg>
        <pc:spChg chg="mod">
          <ac:chgData name="Victor Sanchez" userId="26f73c70b2efd3e2" providerId="LiveId" clId="{66FAA10A-858A-4901-9BC4-4A708FC6DA4A}" dt="2026-10-16T01:25:43.511" v="1141"/>
          <ac:spMkLst>
            <pc:docMk/>
            <pc:sldMk cId="0" sldId="261"/>
            <ac:spMk id="28" creationId="{00000000-0000-0000-0000-000000000000}"/>
          </ac:spMkLst>
        </pc:spChg>
        <pc:spChg chg="mod">
          <ac:chgData name="Victor Sanchez" userId="26f73c70b2efd3e2" providerId="LiveId" clId="{66FAA10A-858A-4901-9BC4-4A708FC6DA4A}" dt="2026-10-16T01:26:07.911" v="1142"/>
          <ac:spMkLst>
            <pc:docMk/>
            <pc:sldMk cId="0" sldId="261"/>
            <ac:spMk id="33" creationId="{00000000-0000-0000-0000-000000000000}"/>
          </ac:spMkLst>
        </pc:spChg>
        <pc:spChg chg="mod">
          <ac:chgData name="Victor Sanchez" userId="26f73c70b2efd3e2" providerId="LiveId" clId="{66FAA10A-858A-4901-9BC4-4A708FC6DA4A}" dt="2026-10-16T01:28:44.243" v="1153" actId="255"/>
          <ac:spMkLst>
            <pc:docMk/>
            <pc:sldMk cId="0" sldId="261"/>
            <ac:spMk id="35" creationId="{00000000-0000-0000-0000-000000000000}"/>
          </ac:spMkLst>
        </pc:spChg>
        <pc:spChg chg="mod">
          <ac:chgData name="Victor Sanchez" userId="26f73c70b2efd3e2" providerId="LiveId" clId="{66FAA10A-858A-4901-9BC4-4A708FC6DA4A}" dt="2026-10-16T01:28:30.824" v="1150" actId="255"/>
          <ac:spMkLst>
            <pc:docMk/>
            <pc:sldMk cId="0" sldId="261"/>
            <ac:spMk id="37" creationId="{00000000-0000-0000-0000-000000000000}"/>
          </ac:spMkLst>
        </pc:spChg>
        <pc:spChg chg="mod">
          <ac:chgData name="Victor Sanchez" userId="26f73c70b2efd3e2" providerId="LiveId" clId="{66FAA10A-858A-4901-9BC4-4A708FC6DA4A}" dt="2026-10-16T01:28:24.282" v="1149" actId="255"/>
          <ac:spMkLst>
            <pc:docMk/>
            <pc:sldMk cId="0" sldId="261"/>
            <ac:spMk id="39"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2"/>
        </pc:sldMkLst>
        <pc:spChg chg="mod">
          <ac:chgData name="Victor Sanchez" userId="26f73c70b2efd3e2" providerId="LiveId" clId="{66FAA10A-858A-4901-9BC4-4A708FC6DA4A}" dt="2026-10-15T23:27:47.068" v="87" actId="26606"/>
          <ac:spMkLst>
            <pc:docMk/>
            <pc:sldMk cId="0" sldId="262"/>
            <ac:spMk id="2" creationId="{00000000-0000-0000-0000-000000000000}"/>
          </ac:spMkLst>
        </pc:spChg>
        <pc:spChg chg="add mod">
          <ac:chgData name="Victor Sanchez" userId="26f73c70b2efd3e2" providerId="LiveId" clId="{66FAA10A-858A-4901-9BC4-4A708FC6DA4A}" dt="2026-10-15T23:27:47.068" v="87" actId="26606"/>
          <ac:spMkLst>
            <pc:docMk/>
            <pc:sldMk cId="0" sldId="262"/>
            <ac:spMk id="25" creationId="{00000000-0000-0000-0000-000000000000}"/>
          </ac:spMkLst>
        </pc:spChg>
      </pc:sldChg>
      <pc:sldChg chg="modSp mod modClrScheme chgLayout">
        <pc:chgData name="Victor Sanchez" userId="26f73c70b2efd3e2" providerId="LiveId" clId="{66FAA10A-858A-4901-9BC4-4A708FC6DA4A}" dt="2026-10-16T02:37:27.706" v="1511" actId="113"/>
        <pc:sldMkLst>
          <pc:docMk/>
          <pc:sldMk cId="0" sldId="263"/>
        </pc:sldMkLst>
        <pc:spChg chg="mod">
          <ac:chgData name="Victor Sanchez" userId="26f73c70b2efd3e2" providerId="LiveId" clId="{66FAA10A-858A-4901-9BC4-4A708FC6DA4A}" dt="2026-10-15T23:27:47.068" v="87" actId="26606"/>
          <ac:spMkLst>
            <pc:docMk/>
            <pc:sldMk cId="0" sldId="263"/>
            <ac:spMk id="2" creationId="{00000000-0000-0000-0000-000000000000}"/>
          </ac:spMkLst>
        </pc:spChg>
        <pc:spChg chg="add mod">
          <ac:chgData name="Victor Sanchez" userId="26f73c70b2efd3e2" providerId="LiveId" clId="{66FAA10A-858A-4901-9BC4-4A708FC6DA4A}" dt="2026-10-15T23:27:47.068" v="87" actId="26606"/>
          <ac:spMkLst>
            <pc:docMk/>
            <pc:sldMk cId="0" sldId="263"/>
            <ac:spMk id="4" creationId="{00000000-0000-0000-0000-000000000000}"/>
          </ac:spMkLst>
        </pc:spChg>
        <pc:spChg chg="mod">
          <ac:chgData name="Victor Sanchez" userId="26f73c70b2efd3e2" providerId="LiveId" clId="{66FAA10A-858A-4901-9BC4-4A708FC6DA4A}" dt="2026-10-16T02:34:59.248" v="1502" actId="255"/>
          <ac:spMkLst>
            <pc:docMk/>
            <pc:sldMk cId="0" sldId="263"/>
            <ac:spMk id="8" creationId="{00000000-0000-0000-0000-000000000000}"/>
          </ac:spMkLst>
        </pc:spChg>
        <pc:spChg chg="mod">
          <ac:chgData name="Victor Sanchez" userId="26f73c70b2efd3e2" providerId="LiveId" clId="{66FAA10A-858A-4901-9BC4-4A708FC6DA4A}" dt="2026-10-16T02:35:10.431" v="1505" actId="20577"/>
          <ac:spMkLst>
            <pc:docMk/>
            <pc:sldMk cId="0" sldId="263"/>
            <ac:spMk id="12" creationId="{00000000-0000-0000-0000-000000000000}"/>
          </ac:spMkLst>
        </pc:spChg>
        <pc:spChg chg="mod">
          <ac:chgData name="Victor Sanchez" userId="26f73c70b2efd3e2" providerId="LiveId" clId="{66FAA10A-858A-4901-9BC4-4A708FC6DA4A}" dt="2026-10-16T02:35:31.371" v="1506"/>
          <ac:spMkLst>
            <pc:docMk/>
            <pc:sldMk cId="0" sldId="263"/>
            <ac:spMk id="16" creationId="{00000000-0000-0000-0000-000000000000}"/>
          </ac:spMkLst>
        </pc:spChg>
        <pc:spChg chg="mod">
          <ac:chgData name="Victor Sanchez" userId="26f73c70b2efd3e2" providerId="LiveId" clId="{66FAA10A-858A-4901-9BC4-4A708FC6DA4A}" dt="2026-10-16T02:32:52.526" v="1494"/>
          <ac:spMkLst>
            <pc:docMk/>
            <pc:sldMk cId="0" sldId="263"/>
            <ac:spMk id="18" creationId="{00000000-0000-0000-0000-000000000000}"/>
          </ac:spMkLst>
        </pc:spChg>
        <pc:spChg chg="mod">
          <ac:chgData name="Victor Sanchez" userId="26f73c70b2efd3e2" providerId="LiveId" clId="{66FAA10A-858A-4901-9BC4-4A708FC6DA4A}" dt="2026-10-16T02:35:59.112" v="1507"/>
          <ac:spMkLst>
            <pc:docMk/>
            <pc:sldMk cId="0" sldId="263"/>
            <ac:spMk id="22" creationId="{00000000-0000-0000-0000-000000000000}"/>
          </ac:spMkLst>
        </pc:spChg>
        <pc:spChg chg="mod">
          <ac:chgData name="Victor Sanchez" userId="26f73c70b2efd3e2" providerId="LiveId" clId="{66FAA10A-858A-4901-9BC4-4A708FC6DA4A}" dt="2026-10-16T02:36:08.258" v="1508"/>
          <ac:spMkLst>
            <pc:docMk/>
            <pc:sldMk cId="0" sldId="263"/>
            <ac:spMk id="23" creationId="{00000000-0000-0000-0000-000000000000}"/>
          </ac:spMkLst>
        </pc:spChg>
        <pc:spChg chg="mod">
          <ac:chgData name="Victor Sanchez" userId="26f73c70b2efd3e2" providerId="LiveId" clId="{66FAA10A-858A-4901-9BC4-4A708FC6DA4A}" dt="2026-10-16T02:36:19.148" v="1509"/>
          <ac:spMkLst>
            <pc:docMk/>
            <pc:sldMk cId="0" sldId="263"/>
            <ac:spMk id="24" creationId="{00000000-0000-0000-0000-000000000000}"/>
          </ac:spMkLst>
        </pc:spChg>
        <pc:spChg chg="mod">
          <ac:chgData name="Victor Sanchez" userId="26f73c70b2efd3e2" providerId="LiveId" clId="{66FAA10A-858A-4901-9BC4-4A708FC6DA4A}" dt="2026-10-16T02:37:27.706" v="1511" actId="113"/>
          <ac:spMkLst>
            <pc:docMk/>
            <pc:sldMk cId="0" sldId="263"/>
            <ac:spMk id="26" creationId="{00000000-0000-0000-0000-000000000000}"/>
          </ac:spMkLst>
        </pc:spChg>
      </pc:sldChg>
      <pc:sldChg chg="modSp mod modClrScheme chgLayout">
        <pc:chgData name="Victor Sanchez" userId="26f73c70b2efd3e2" providerId="LiveId" clId="{66FAA10A-858A-4901-9BC4-4A708FC6DA4A}" dt="2026-10-16T02:43:43.294" v="1534"/>
        <pc:sldMkLst>
          <pc:docMk/>
          <pc:sldMk cId="0" sldId="264"/>
        </pc:sldMkLst>
        <pc:spChg chg="mod">
          <ac:chgData name="Victor Sanchez" userId="26f73c70b2efd3e2" providerId="LiveId" clId="{66FAA10A-858A-4901-9BC4-4A708FC6DA4A}" dt="2026-10-15T23:27:47.068" v="87" actId="26606"/>
          <ac:spMkLst>
            <pc:docMk/>
            <pc:sldMk cId="0" sldId="264"/>
            <ac:spMk id="2" creationId="{00000000-0000-0000-0000-000000000000}"/>
          </ac:spMkLst>
        </pc:spChg>
        <pc:spChg chg="mod">
          <ac:chgData name="Victor Sanchez" userId="26f73c70b2efd3e2" providerId="LiveId" clId="{66FAA10A-858A-4901-9BC4-4A708FC6DA4A}" dt="2026-10-16T02:41:27.693" v="1523" actId="255"/>
          <ac:spMkLst>
            <pc:docMk/>
            <pc:sldMk cId="0" sldId="264"/>
            <ac:spMk id="10" creationId="{00000000-0000-0000-0000-000000000000}"/>
          </ac:spMkLst>
        </pc:spChg>
        <pc:spChg chg="mod">
          <ac:chgData name="Victor Sanchez" userId="26f73c70b2efd3e2" providerId="LiveId" clId="{66FAA10A-858A-4901-9BC4-4A708FC6DA4A}" dt="2026-10-16T02:41:33.851" v="1524" actId="255"/>
          <ac:spMkLst>
            <pc:docMk/>
            <pc:sldMk cId="0" sldId="264"/>
            <ac:spMk id="12" creationId="{00000000-0000-0000-0000-000000000000}"/>
          </ac:spMkLst>
        </pc:spChg>
        <pc:spChg chg="mod">
          <ac:chgData name="Victor Sanchez" userId="26f73c70b2efd3e2" providerId="LiveId" clId="{66FAA10A-858A-4901-9BC4-4A708FC6DA4A}" dt="2026-10-16T02:41:23.047" v="1522" actId="255"/>
          <ac:spMkLst>
            <pc:docMk/>
            <pc:sldMk cId="0" sldId="264"/>
            <ac:spMk id="14" creationId="{00000000-0000-0000-0000-000000000000}"/>
          </ac:spMkLst>
        </pc:spChg>
        <pc:spChg chg="mod">
          <ac:chgData name="Victor Sanchez" userId="26f73c70b2efd3e2" providerId="LiveId" clId="{66FAA10A-858A-4901-9BC4-4A708FC6DA4A}" dt="2026-10-16T02:42:26.347" v="1530"/>
          <ac:spMkLst>
            <pc:docMk/>
            <pc:sldMk cId="0" sldId="264"/>
            <ac:spMk id="16" creationId="{00000000-0000-0000-0000-000000000000}"/>
          </ac:spMkLst>
        </pc:spChg>
        <pc:spChg chg="mod">
          <ac:chgData name="Victor Sanchez" userId="26f73c70b2efd3e2" providerId="LiveId" clId="{66FAA10A-858A-4901-9BC4-4A708FC6DA4A}" dt="2026-10-16T02:43:43.294" v="1534"/>
          <ac:spMkLst>
            <pc:docMk/>
            <pc:sldMk cId="0" sldId="264"/>
            <ac:spMk id="20" creationId="{00000000-0000-0000-0000-000000000000}"/>
          </ac:spMkLst>
        </pc:spChg>
        <pc:spChg chg="add mod">
          <ac:chgData name="Victor Sanchez" userId="26f73c70b2efd3e2" providerId="LiveId" clId="{66FAA10A-858A-4901-9BC4-4A708FC6DA4A}" dt="2026-10-15T23:27:47.068" v="87" actId="26606"/>
          <ac:spMkLst>
            <pc:docMk/>
            <pc:sldMk cId="0" sldId="264"/>
            <ac:spMk id="25" creationId="{00000000-0000-0000-0000-000000000000}"/>
          </ac:spMkLst>
        </pc:spChg>
      </pc:sldChg>
      <pc:sldChg chg="addSp modSp mod modClrScheme chgLayout">
        <pc:chgData name="Victor Sanchez" userId="26f73c70b2efd3e2" providerId="LiveId" clId="{66FAA10A-858A-4901-9BC4-4A708FC6DA4A}" dt="2026-10-16T01:40:10.762" v="1265"/>
        <pc:sldMkLst>
          <pc:docMk/>
          <pc:sldMk cId="0" sldId="265"/>
        </pc:sldMkLst>
        <pc:spChg chg="mod">
          <ac:chgData name="Victor Sanchez" userId="26f73c70b2efd3e2" providerId="LiveId" clId="{66FAA10A-858A-4901-9BC4-4A708FC6DA4A}" dt="2026-10-16T01:32:12.620" v="1164" actId="6549"/>
          <ac:spMkLst>
            <pc:docMk/>
            <pc:sldMk cId="0" sldId="265"/>
            <ac:spMk id="2" creationId="{00000000-0000-0000-0000-000000000000}"/>
          </ac:spMkLst>
        </pc:spChg>
        <pc:spChg chg="mod">
          <ac:chgData name="Victor Sanchez" userId="26f73c70b2efd3e2" providerId="LiveId" clId="{66FAA10A-858A-4901-9BC4-4A708FC6DA4A}" dt="2026-10-16T01:33:03.459" v="1236" actId="14100"/>
          <ac:spMkLst>
            <pc:docMk/>
            <pc:sldMk cId="0" sldId="265"/>
            <ac:spMk id="3" creationId="{00000000-0000-0000-0000-000000000000}"/>
          </ac:spMkLst>
        </pc:spChg>
        <pc:spChg chg="add mod">
          <ac:chgData name="Victor Sanchez" userId="26f73c70b2efd3e2" providerId="LiveId" clId="{66FAA10A-858A-4901-9BC4-4A708FC6DA4A}" dt="2026-10-15T23:27:47.068" v="87" actId="26606"/>
          <ac:spMkLst>
            <pc:docMk/>
            <pc:sldMk cId="0" sldId="265"/>
            <ac:spMk id="4" creationId="{00000000-0000-0000-0000-000000000000}"/>
          </ac:spMkLst>
        </pc:spChg>
        <pc:spChg chg="mod">
          <ac:chgData name="Victor Sanchez" userId="26f73c70b2efd3e2" providerId="LiveId" clId="{66FAA10A-858A-4901-9BC4-4A708FC6DA4A}" dt="2026-10-16T01:34:50.843" v="1242"/>
          <ac:spMkLst>
            <pc:docMk/>
            <pc:sldMk cId="0" sldId="265"/>
            <ac:spMk id="8" creationId="{00000000-0000-0000-0000-000000000000}"/>
          </ac:spMkLst>
        </pc:spChg>
        <pc:spChg chg="mod">
          <ac:chgData name="Victor Sanchez" userId="26f73c70b2efd3e2" providerId="LiveId" clId="{66FAA10A-858A-4901-9BC4-4A708FC6DA4A}" dt="2026-10-16T01:35:06.127" v="1243"/>
          <ac:spMkLst>
            <pc:docMk/>
            <pc:sldMk cId="0" sldId="265"/>
            <ac:spMk id="12" creationId="{00000000-0000-0000-0000-000000000000}"/>
          </ac:spMkLst>
        </pc:spChg>
        <pc:spChg chg="mod">
          <ac:chgData name="Victor Sanchez" userId="26f73c70b2efd3e2" providerId="LiveId" clId="{66FAA10A-858A-4901-9BC4-4A708FC6DA4A}" dt="2026-10-16T01:35:32.923" v="1244"/>
          <ac:spMkLst>
            <pc:docMk/>
            <pc:sldMk cId="0" sldId="265"/>
            <ac:spMk id="16" creationId="{00000000-0000-0000-0000-000000000000}"/>
          </ac:spMkLst>
        </pc:spChg>
        <pc:spChg chg="mod">
          <ac:chgData name="Victor Sanchez" userId="26f73c70b2efd3e2" providerId="LiveId" clId="{66FAA10A-858A-4901-9BC4-4A708FC6DA4A}" dt="2026-10-16T01:35:47.020" v="1245"/>
          <ac:spMkLst>
            <pc:docMk/>
            <pc:sldMk cId="0" sldId="265"/>
            <ac:spMk id="20" creationId="{00000000-0000-0000-0000-000000000000}"/>
          </ac:spMkLst>
        </pc:spChg>
        <pc:spChg chg="mod">
          <ac:chgData name="Victor Sanchez" userId="26f73c70b2efd3e2" providerId="LiveId" clId="{66FAA10A-858A-4901-9BC4-4A708FC6DA4A}" dt="2026-10-16T01:36:27.623" v="1246"/>
          <ac:spMkLst>
            <pc:docMk/>
            <pc:sldMk cId="0" sldId="265"/>
            <ac:spMk id="28" creationId="{00000000-0000-0000-0000-000000000000}"/>
          </ac:spMkLst>
        </pc:spChg>
        <pc:spChg chg="mod">
          <ac:chgData name="Victor Sanchez" userId="26f73c70b2efd3e2" providerId="LiveId" clId="{66FAA10A-858A-4901-9BC4-4A708FC6DA4A}" dt="2026-10-16T01:36:45.269" v="1247"/>
          <ac:spMkLst>
            <pc:docMk/>
            <pc:sldMk cId="0" sldId="265"/>
            <ac:spMk id="32" creationId="{00000000-0000-0000-0000-000000000000}"/>
          </ac:spMkLst>
        </pc:spChg>
        <pc:spChg chg="mod">
          <ac:chgData name="Victor Sanchez" userId="26f73c70b2efd3e2" providerId="LiveId" clId="{66FAA10A-858A-4901-9BC4-4A708FC6DA4A}" dt="2026-10-16T01:37:13.990" v="1248"/>
          <ac:spMkLst>
            <pc:docMk/>
            <pc:sldMk cId="0" sldId="265"/>
            <ac:spMk id="35" creationId="{00000000-0000-0000-0000-000000000000}"/>
          </ac:spMkLst>
        </pc:spChg>
        <pc:spChg chg="mod">
          <ac:chgData name="Victor Sanchez" userId="26f73c70b2efd3e2" providerId="LiveId" clId="{66FAA10A-858A-4901-9BC4-4A708FC6DA4A}" dt="2026-10-16T01:37:30.664" v="1249"/>
          <ac:spMkLst>
            <pc:docMk/>
            <pc:sldMk cId="0" sldId="265"/>
            <ac:spMk id="36" creationId="{00000000-0000-0000-0000-000000000000}"/>
          </ac:spMkLst>
        </pc:spChg>
        <pc:spChg chg="mod">
          <ac:chgData name="Victor Sanchez" userId="26f73c70b2efd3e2" providerId="LiveId" clId="{66FAA10A-858A-4901-9BC4-4A708FC6DA4A}" dt="2026-10-16T01:40:10.762" v="1265"/>
          <ac:spMkLst>
            <pc:docMk/>
            <pc:sldMk cId="0" sldId="265"/>
            <ac:spMk id="40" creationId="{00000000-0000-0000-0000-000000000000}"/>
          </ac:spMkLst>
        </pc:spChg>
        <pc:graphicFrameChg chg="add mod">
          <ac:chgData name="Victor Sanchez" userId="26f73c70b2efd3e2" providerId="LiveId" clId="{66FAA10A-858A-4901-9BC4-4A708FC6DA4A}" dt="2026-10-16T01:34:45.277" v="1241"/>
          <ac:graphicFrameMkLst>
            <pc:docMk/>
            <pc:sldMk cId="0" sldId="265"/>
            <ac:graphicFrameMk id="41" creationId="{A92A1EFD-B833-7B4C-C66B-8954C6CC4AA8}"/>
          </ac:graphicFrameMkLst>
        </pc:graphicFrameChg>
        <pc:graphicFrameChg chg="add mod">
          <ac:chgData name="Victor Sanchez" userId="26f73c70b2efd3e2" providerId="LiveId" clId="{66FAA10A-858A-4901-9BC4-4A708FC6DA4A}" dt="2026-10-16T01:34:45.277" v="1241"/>
          <ac:graphicFrameMkLst>
            <pc:docMk/>
            <pc:sldMk cId="0" sldId="265"/>
            <ac:graphicFrameMk id="42" creationId="{54002A6C-257D-32A4-8CEC-41405A192414}"/>
          </ac:graphicFrameMkLst>
        </pc:graphicFrameChg>
      </pc:sldChg>
      <pc:sldChg chg="addSp delSp modSp mod modClrScheme chgLayout">
        <pc:chgData name="Victor Sanchez" userId="26f73c70b2efd3e2" providerId="LiveId" clId="{66FAA10A-858A-4901-9BC4-4A708FC6DA4A}" dt="2026-10-16T01:33:31.784" v="1240" actId="22"/>
        <pc:sldMkLst>
          <pc:docMk/>
          <pc:sldMk cId="0" sldId="266"/>
        </pc:sldMkLst>
        <pc:spChg chg="mod">
          <ac:chgData name="Victor Sanchez" userId="26f73c70b2efd3e2" providerId="LiveId" clId="{66FAA10A-858A-4901-9BC4-4A708FC6DA4A}" dt="2026-10-15T23:27:47.068" v="87" actId="26606"/>
          <ac:spMkLst>
            <pc:docMk/>
            <pc:sldMk cId="0" sldId="266"/>
            <ac:spMk id="2" creationId="{00000000-0000-0000-0000-000000000000}"/>
          </ac:spMkLst>
        </pc:spChg>
        <pc:spChg chg="del">
          <ac:chgData name="Victor Sanchez" userId="26f73c70b2efd3e2" providerId="LiveId" clId="{66FAA10A-858A-4901-9BC4-4A708FC6DA4A}" dt="2026-10-16T01:33:09.622" v="1237" actId="478"/>
          <ac:spMkLst>
            <pc:docMk/>
            <pc:sldMk cId="0" sldId="266"/>
            <ac:spMk id="3" creationId="{00000000-0000-0000-0000-000000000000}"/>
          </ac:spMkLst>
        </pc:spChg>
        <pc:spChg chg="add mod">
          <ac:chgData name="Victor Sanchez" userId="26f73c70b2efd3e2" providerId="LiveId" clId="{66FAA10A-858A-4901-9BC4-4A708FC6DA4A}" dt="2026-10-15T23:27:47.068" v="87" actId="26606"/>
          <ac:spMkLst>
            <pc:docMk/>
            <pc:sldMk cId="0" sldId="266"/>
            <ac:spMk id="4" creationId="{00000000-0000-0000-0000-000000000000}"/>
          </ac:spMkLst>
        </pc:spChg>
        <pc:spChg chg="add">
          <ac:chgData name="Victor Sanchez" userId="26f73c70b2efd3e2" providerId="LiveId" clId="{66FAA10A-858A-4901-9BC4-4A708FC6DA4A}" dt="2026-10-16T01:33:31.784" v="1240" actId="22"/>
          <ac:spMkLst>
            <pc:docMk/>
            <pc:sldMk cId="0" sldId="266"/>
            <ac:spMk id="39" creationId="{A13D61BC-FED3-6009-1EDB-3C0EA149B9D3}"/>
          </ac:spMkLst>
        </pc:spChg>
      </pc:sldChg>
      <pc:sldChg chg="modSp mod modClrScheme chgLayout">
        <pc:chgData name="Victor Sanchez" userId="26f73c70b2efd3e2" providerId="LiveId" clId="{66FAA10A-858A-4901-9BC4-4A708FC6DA4A}" dt="2026-10-16T02:50:03.113" v="1554" actId="20577"/>
        <pc:sldMkLst>
          <pc:docMk/>
          <pc:sldMk cId="0" sldId="267"/>
        </pc:sldMkLst>
        <pc:spChg chg="mod">
          <ac:chgData name="Victor Sanchez" userId="26f73c70b2efd3e2" providerId="LiveId" clId="{66FAA10A-858A-4901-9BC4-4A708FC6DA4A}" dt="2026-10-16T02:46:36.370" v="1535"/>
          <ac:spMkLst>
            <pc:docMk/>
            <pc:sldMk cId="0" sldId="267"/>
            <ac:spMk id="2" creationId="{00000000-0000-0000-0000-000000000000}"/>
          </ac:spMkLst>
        </pc:spChg>
        <pc:spChg chg="mod">
          <ac:chgData name="Victor Sanchez" userId="26f73c70b2efd3e2" providerId="LiveId" clId="{66FAA10A-858A-4901-9BC4-4A708FC6DA4A}" dt="2026-10-16T02:48:31.165" v="1542" actId="255"/>
          <ac:spMkLst>
            <pc:docMk/>
            <pc:sldMk cId="0" sldId="267"/>
            <ac:spMk id="10" creationId="{00000000-0000-0000-0000-000000000000}"/>
          </ac:spMkLst>
        </pc:spChg>
        <pc:spChg chg="mod">
          <ac:chgData name="Victor Sanchez" userId="26f73c70b2efd3e2" providerId="LiveId" clId="{66FAA10A-858A-4901-9BC4-4A708FC6DA4A}" dt="2026-10-16T02:48:37.198" v="1543" actId="255"/>
          <ac:spMkLst>
            <pc:docMk/>
            <pc:sldMk cId="0" sldId="267"/>
            <ac:spMk id="12" creationId="{00000000-0000-0000-0000-000000000000}"/>
          </ac:spMkLst>
        </pc:spChg>
        <pc:spChg chg="mod">
          <ac:chgData name="Victor Sanchez" userId="26f73c70b2efd3e2" providerId="LiveId" clId="{66FAA10A-858A-4901-9BC4-4A708FC6DA4A}" dt="2026-10-16T02:48:26.268" v="1541" actId="255"/>
          <ac:spMkLst>
            <pc:docMk/>
            <pc:sldMk cId="0" sldId="267"/>
            <ac:spMk id="14" creationId="{00000000-0000-0000-0000-000000000000}"/>
          </ac:spMkLst>
        </pc:spChg>
        <pc:spChg chg="mod">
          <ac:chgData name="Victor Sanchez" userId="26f73c70b2efd3e2" providerId="LiveId" clId="{66FAA10A-858A-4901-9BC4-4A708FC6DA4A}" dt="2026-10-16T02:49:22.567" v="1549" actId="20577"/>
          <ac:spMkLst>
            <pc:docMk/>
            <pc:sldMk cId="0" sldId="267"/>
            <ac:spMk id="16" creationId="{00000000-0000-0000-0000-000000000000}"/>
          </ac:spMkLst>
        </pc:spChg>
        <pc:spChg chg="mod">
          <ac:chgData name="Victor Sanchez" userId="26f73c70b2efd3e2" providerId="LiveId" clId="{66FAA10A-858A-4901-9BC4-4A708FC6DA4A}" dt="2026-10-16T02:49:55.250" v="1551" actId="1076"/>
          <ac:spMkLst>
            <pc:docMk/>
            <pc:sldMk cId="0" sldId="267"/>
            <ac:spMk id="19" creationId="{00000000-0000-0000-0000-000000000000}"/>
          </ac:spMkLst>
        </pc:spChg>
        <pc:spChg chg="mod">
          <ac:chgData name="Victor Sanchez" userId="26f73c70b2efd3e2" providerId="LiveId" clId="{66FAA10A-858A-4901-9BC4-4A708FC6DA4A}" dt="2026-10-16T02:50:03.113" v="1554" actId="20577"/>
          <ac:spMkLst>
            <pc:docMk/>
            <pc:sldMk cId="0" sldId="267"/>
            <ac:spMk id="20" creationId="{00000000-0000-0000-0000-000000000000}"/>
          </ac:spMkLst>
        </pc:spChg>
        <pc:spChg chg="add mod">
          <ac:chgData name="Victor Sanchez" userId="26f73c70b2efd3e2" providerId="LiveId" clId="{66FAA10A-858A-4901-9BC4-4A708FC6DA4A}" dt="2026-10-15T23:27:47.068" v="87" actId="26606"/>
          <ac:spMkLst>
            <pc:docMk/>
            <pc:sldMk cId="0" sldId="267"/>
            <ac:spMk id="25" creationId="{00000000-0000-0000-0000-000000000000}"/>
          </ac:spMkLst>
        </pc:spChg>
      </pc:sldChg>
      <pc:sldChg chg="modSp mod modClrScheme chgLayout">
        <pc:chgData name="Victor Sanchez" userId="26f73c70b2efd3e2" providerId="LiveId" clId="{66FAA10A-858A-4901-9BC4-4A708FC6DA4A}" dt="2026-10-16T02:01:04.620" v="1406" actId="20577"/>
        <pc:sldMkLst>
          <pc:docMk/>
          <pc:sldMk cId="0" sldId="268"/>
        </pc:sldMkLst>
        <pc:spChg chg="mod">
          <ac:chgData name="Victor Sanchez" userId="26f73c70b2efd3e2" providerId="LiveId" clId="{66FAA10A-858A-4901-9BC4-4A708FC6DA4A}" dt="2026-10-15T23:27:47.068" v="87" actId="26606"/>
          <ac:spMkLst>
            <pc:docMk/>
            <pc:sldMk cId="0" sldId="268"/>
            <ac:spMk id="2" creationId="{00000000-0000-0000-0000-000000000000}"/>
          </ac:spMkLst>
        </pc:spChg>
        <pc:spChg chg="add mod">
          <ac:chgData name="Victor Sanchez" userId="26f73c70b2efd3e2" providerId="LiveId" clId="{66FAA10A-858A-4901-9BC4-4A708FC6DA4A}" dt="2026-10-15T23:27:47.068" v="87" actId="26606"/>
          <ac:spMkLst>
            <pc:docMk/>
            <pc:sldMk cId="0" sldId="268"/>
            <ac:spMk id="4" creationId="{00000000-0000-0000-0000-000000000000}"/>
          </ac:spMkLst>
        </pc:spChg>
        <pc:spChg chg="mod">
          <ac:chgData name="Victor Sanchez" userId="26f73c70b2efd3e2" providerId="LiveId" clId="{66FAA10A-858A-4901-9BC4-4A708FC6DA4A}" dt="2026-10-16T01:51:24.415" v="1266"/>
          <ac:spMkLst>
            <pc:docMk/>
            <pc:sldMk cId="0" sldId="268"/>
            <ac:spMk id="7" creationId="{00000000-0000-0000-0000-000000000000}"/>
          </ac:spMkLst>
        </pc:spChg>
        <pc:spChg chg="mod">
          <ac:chgData name="Victor Sanchez" userId="26f73c70b2efd3e2" providerId="LiveId" clId="{66FAA10A-858A-4901-9BC4-4A708FC6DA4A}" dt="2026-10-16T01:52:44.200" v="1284"/>
          <ac:spMkLst>
            <pc:docMk/>
            <pc:sldMk cId="0" sldId="268"/>
            <ac:spMk id="9" creationId="{00000000-0000-0000-0000-000000000000}"/>
          </ac:spMkLst>
        </pc:spChg>
        <pc:spChg chg="mod">
          <ac:chgData name="Victor Sanchez" userId="26f73c70b2efd3e2" providerId="LiveId" clId="{66FAA10A-858A-4901-9BC4-4A708FC6DA4A}" dt="2026-10-16T01:54:26.096" v="1397" actId="20577"/>
          <ac:spMkLst>
            <pc:docMk/>
            <pc:sldMk cId="0" sldId="268"/>
            <ac:spMk id="11" creationId="{00000000-0000-0000-0000-000000000000}"/>
          </ac:spMkLst>
        </pc:spChg>
        <pc:spChg chg="mod">
          <ac:chgData name="Victor Sanchez" userId="26f73c70b2efd3e2" providerId="LiveId" clId="{66FAA10A-858A-4901-9BC4-4A708FC6DA4A}" dt="2026-10-16T01:55:08.155" v="1398"/>
          <ac:spMkLst>
            <pc:docMk/>
            <pc:sldMk cId="0" sldId="268"/>
            <ac:spMk id="19" creationId="{00000000-0000-0000-0000-000000000000}"/>
          </ac:spMkLst>
        </pc:spChg>
        <pc:spChg chg="mod">
          <ac:chgData name="Victor Sanchez" userId="26f73c70b2efd3e2" providerId="LiveId" clId="{66FAA10A-858A-4901-9BC4-4A708FC6DA4A}" dt="2026-10-16T01:56:13.186" v="1399"/>
          <ac:spMkLst>
            <pc:docMk/>
            <pc:sldMk cId="0" sldId="268"/>
            <ac:spMk id="28" creationId="{00000000-0000-0000-0000-000000000000}"/>
          </ac:spMkLst>
        </pc:spChg>
        <pc:spChg chg="mod">
          <ac:chgData name="Victor Sanchez" userId="26f73c70b2efd3e2" providerId="LiveId" clId="{66FAA10A-858A-4901-9BC4-4A708FC6DA4A}" dt="2026-10-16T01:56:28.801" v="1400"/>
          <ac:spMkLst>
            <pc:docMk/>
            <pc:sldMk cId="0" sldId="268"/>
            <ac:spMk id="30" creationId="{00000000-0000-0000-0000-000000000000}"/>
          </ac:spMkLst>
        </pc:spChg>
        <pc:spChg chg="mod">
          <ac:chgData name="Victor Sanchez" userId="26f73c70b2efd3e2" providerId="LiveId" clId="{66FAA10A-858A-4901-9BC4-4A708FC6DA4A}" dt="2026-10-16T01:57:58.935" v="1402" actId="20577"/>
          <ac:spMkLst>
            <pc:docMk/>
            <pc:sldMk cId="0" sldId="268"/>
            <ac:spMk id="32" creationId="{00000000-0000-0000-0000-000000000000}"/>
          </ac:spMkLst>
        </pc:spChg>
        <pc:spChg chg="mod">
          <ac:chgData name="Victor Sanchez" userId="26f73c70b2efd3e2" providerId="LiveId" clId="{66FAA10A-858A-4901-9BC4-4A708FC6DA4A}" dt="2026-10-16T01:59:38.308" v="1403"/>
          <ac:spMkLst>
            <pc:docMk/>
            <pc:sldMk cId="0" sldId="268"/>
            <ac:spMk id="34" creationId="{00000000-0000-0000-0000-000000000000}"/>
          </ac:spMkLst>
        </pc:spChg>
        <pc:spChg chg="mod">
          <ac:chgData name="Victor Sanchez" userId="26f73c70b2efd3e2" providerId="LiveId" clId="{66FAA10A-858A-4901-9BC4-4A708FC6DA4A}" dt="2026-10-16T02:00:00.224" v="1404"/>
          <ac:spMkLst>
            <pc:docMk/>
            <pc:sldMk cId="0" sldId="268"/>
            <ac:spMk id="37" creationId="{00000000-0000-0000-0000-000000000000}"/>
          </ac:spMkLst>
        </pc:spChg>
        <pc:spChg chg="mod">
          <ac:chgData name="Victor Sanchez" userId="26f73c70b2efd3e2" providerId="LiveId" clId="{66FAA10A-858A-4901-9BC4-4A708FC6DA4A}" dt="2026-10-16T02:01:04.620" v="1406" actId="20577"/>
          <ac:spMkLst>
            <pc:docMk/>
            <pc:sldMk cId="0" sldId="268"/>
            <ac:spMk id="38"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69"/>
        </pc:sldMkLst>
        <pc:spChg chg="mod">
          <ac:chgData name="Victor Sanchez" userId="26f73c70b2efd3e2" providerId="LiveId" clId="{66FAA10A-858A-4901-9BC4-4A708FC6DA4A}" dt="2026-10-15T23:27:47.068" v="87" actId="26606"/>
          <ac:spMkLst>
            <pc:docMk/>
            <pc:sldMk cId="0" sldId="269"/>
            <ac:spMk id="2" creationId="{00000000-0000-0000-0000-000000000000}"/>
          </ac:spMkLst>
        </pc:spChg>
        <pc:spChg chg="add mod">
          <ac:chgData name="Victor Sanchez" userId="26f73c70b2efd3e2" providerId="LiveId" clId="{66FAA10A-858A-4901-9BC4-4A708FC6DA4A}" dt="2026-10-15T23:27:47.068" v="87" actId="26606"/>
          <ac:spMkLst>
            <pc:docMk/>
            <pc:sldMk cId="0" sldId="269"/>
            <ac:spMk id="4" creationId="{00000000-0000-0000-0000-000000000000}"/>
          </ac:spMkLst>
        </pc:spChg>
      </pc:sldChg>
      <pc:sldChg chg="modSp mod modClrScheme chgLayout">
        <pc:chgData name="Victor Sanchez" userId="26f73c70b2efd3e2" providerId="LiveId" clId="{66FAA10A-858A-4901-9BC4-4A708FC6DA4A}" dt="2026-10-16T02:14:00.934" v="1418"/>
        <pc:sldMkLst>
          <pc:docMk/>
          <pc:sldMk cId="0" sldId="270"/>
        </pc:sldMkLst>
        <pc:spChg chg="mod">
          <ac:chgData name="Victor Sanchez" userId="26f73c70b2efd3e2" providerId="LiveId" clId="{66FAA10A-858A-4901-9BC4-4A708FC6DA4A}" dt="2026-10-15T23:27:47.068" v="87" actId="26606"/>
          <ac:spMkLst>
            <pc:docMk/>
            <pc:sldMk cId="0" sldId="270"/>
            <ac:spMk id="2" creationId="{00000000-0000-0000-0000-000000000000}"/>
          </ac:spMkLst>
        </pc:spChg>
        <pc:spChg chg="add mod">
          <ac:chgData name="Victor Sanchez" userId="26f73c70b2efd3e2" providerId="LiveId" clId="{66FAA10A-858A-4901-9BC4-4A708FC6DA4A}" dt="2026-10-15T23:27:47.068" v="87" actId="26606"/>
          <ac:spMkLst>
            <pc:docMk/>
            <pc:sldMk cId="0" sldId="270"/>
            <ac:spMk id="4" creationId="{00000000-0000-0000-0000-000000000000}"/>
          </ac:spMkLst>
        </pc:spChg>
        <pc:spChg chg="mod">
          <ac:chgData name="Victor Sanchez" userId="26f73c70b2efd3e2" providerId="LiveId" clId="{66FAA10A-858A-4901-9BC4-4A708FC6DA4A}" dt="2026-10-16T02:11:21.353" v="1410"/>
          <ac:spMkLst>
            <pc:docMk/>
            <pc:sldMk cId="0" sldId="270"/>
            <ac:spMk id="8" creationId="{00000000-0000-0000-0000-000000000000}"/>
          </ac:spMkLst>
        </pc:spChg>
        <pc:spChg chg="mod">
          <ac:chgData name="Victor Sanchez" userId="26f73c70b2efd3e2" providerId="LiveId" clId="{66FAA10A-858A-4901-9BC4-4A708FC6DA4A}" dt="2026-10-16T02:11:46.125" v="1411"/>
          <ac:spMkLst>
            <pc:docMk/>
            <pc:sldMk cId="0" sldId="270"/>
            <ac:spMk id="12" creationId="{00000000-0000-0000-0000-000000000000}"/>
          </ac:spMkLst>
        </pc:spChg>
        <pc:spChg chg="mod">
          <ac:chgData name="Victor Sanchez" userId="26f73c70b2efd3e2" providerId="LiveId" clId="{66FAA10A-858A-4901-9BC4-4A708FC6DA4A}" dt="2026-10-16T02:12:18.729" v="1415" actId="20577"/>
          <ac:spMkLst>
            <pc:docMk/>
            <pc:sldMk cId="0" sldId="270"/>
            <ac:spMk id="16" creationId="{00000000-0000-0000-0000-000000000000}"/>
          </ac:spMkLst>
        </pc:spChg>
        <pc:spChg chg="mod">
          <ac:chgData name="Victor Sanchez" userId="26f73c70b2efd3e2" providerId="LiveId" clId="{66FAA10A-858A-4901-9BC4-4A708FC6DA4A}" dt="2026-10-16T02:06:05.725" v="1407"/>
          <ac:spMkLst>
            <pc:docMk/>
            <pc:sldMk cId="0" sldId="270"/>
            <ac:spMk id="19" creationId="{00000000-0000-0000-0000-000000000000}"/>
          </ac:spMkLst>
        </pc:spChg>
        <pc:spChg chg="mod">
          <ac:chgData name="Victor Sanchez" userId="26f73c70b2efd3e2" providerId="LiveId" clId="{66FAA10A-858A-4901-9BC4-4A708FC6DA4A}" dt="2026-10-16T02:12:53.318" v="1416"/>
          <ac:spMkLst>
            <pc:docMk/>
            <pc:sldMk cId="0" sldId="270"/>
            <ac:spMk id="20" creationId="{00000000-0000-0000-0000-000000000000}"/>
          </ac:spMkLst>
        </pc:spChg>
        <pc:spChg chg="mod">
          <ac:chgData name="Victor Sanchez" userId="26f73c70b2efd3e2" providerId="LiveId" clId="{66FAA10A-858A-4901-9BC4-4A708FC6DA4A}" dt="2026-10-16T02:13:41.937" v="1417"/>
          <ac:spMkLst>
            <pc:docMk/>
            <pc:sldMk cId="0" sldId="270"/>
            <ac:spMk id="25" creationId="{00000000-0000-0000-0000-000000000000}"/>
          </ac:spMkLst>
        </pc:spChg>
        <pc:spChg chg="mod">
          <ac:chgData name="Victor Sanchez" userId="26f73c70b2efd3e2" providerId="LiveId" clId="{66FAA10A-858A-4901-9BC4-4A708FC6DA4A}" dt="2026-10-16T02:14:00.934" v="1418"/>
          <ac:spMkLst>
            <pc:docMk/>
            <pc:sldMk cId="0" sldId="270"/>
            <ac:spMk id="27" creationId="{00000000-0000-0000-0000-000000000000}"/>
          </ac:spMkLst>
        </pc:spChg>
      </pc:sldChg>
      <pc:sldChg chg="modSp mod modClrScheme chgLayout">
        <pc:chgData name="Victor Sanchez" userId="26f73c70b2efd3e2" providerId="LiveId" clId="{66FAA10A-858A-4901-9BC4-4A708FC6DA4A}" dt="2026-10-16T02:21:21.425" v="1484"/>
        <pc:sldMkLst>
          <pc:docMk/>
          <pc:sldMk cId="0" sldId="271"/>
        </pc:sldMkLst>
        <pc:spChg chg="mod">
          <ac:chgData name="Victor Sanchez" userId="26f73c70b2efd3e2" providerId="LiveId" clId="{66FAA10A-858A-4901-9BC4-4A708FC6DA4A}" dt="2026-10-15T23:27:47.068" v="87" actId="26606"/>
          <ac:spMkLst>
            <pc:docMk/>
            <pc:sldMk cId="0" sldId="271"/>
            <ac:spMk id="2" creationId="{00000000-0000-0000-0000-000000000000}"/>
          </ac:spMkLst>
        </pc:spChg>
        <pc:spChg chg="add mod">
          <ac:chgData name="Victor Sanchez" userId="26f73c70b2efd3e2" providerId="LiveId" clId="{66FAA10A-858A-4901-9BC4-4A708FC6DA4A}" dt="2026-10-15T23:27:47.068" v="87" actId="26606"/>
          <ac:spMkLst>
            <pc:docMk/>
            <pc:sldMk cId="0" sldId="271"/>
            <ac:spMk id="4" creationId="{00000000-0000-0000-0000-000000000000}"/>
          </ac:spMkLst>
        </pc:spChg>
        <pc:spChg chg="mod">
          <ac:chgData name="Victor Sanchez" userId="26f73c70b2efd3e2" providerId="LiveId" clId="{66FAA10A-858A-4901-9BC4-4A708FC6DA4A}" dt="2026-10-16T02:18:06.368" v="1469" actId="255"/>
          <ac:spMkLst>
            <pc:docMk/>
            <pc:sldMk cId="0" sldId="271"/>
            <ac:spMk id="9" creationId="{00000000-0000-0000-0000-000000000000}"/>
          </ac:spMkLst>
        </pc:spChg>
        <pc:spChg chg="mod">
          <ac:chgData name="Victor Sanchez" userId="26f73c70b2efd3e2" providerId="LiveId" clId="{66FAA10A-858A-4901-9BC4-4A708FC6DA4A}" dt="2026-10-16T02:18:11.310" v="1470" actId="255"/>
          <ac:spMkLst>
            <pc:docMk/>
            <pc:sldMk cId="0" sldId="271"/>
            <ac:spMk id="10" creationId="{00000000-0000-0000-0000-000000000000}"/>
          </ac:spMkLst>
        </pc:spChg>
        <pc:spChg chg="mod">
          <ac:chgData name="Victor Sanchez" userId="26f73c70b2efd3e2" providerId="LiveId" clId="{66FAA10A-858A-4901-9BC4-4A708FC6DA4A}" dt="2026-10-16T02:18:47.867" v="1477" actId="255"/>
          <ac:spMkLst>
            <pc:docMk/>
            <pc:sldMk cId="0" sldId="271"/>
            <ac:spMk id="14" creationId="{00000000-0000-0000-0000-000000000000}"/>
          </ac:spMkLst>
        </pc:spChg>
        <pc:spChg chg="mod">
          <ac:chgData name="Victor Sanchez" userId="26f73c70b2efd3e2" providerId="LiveId" clId="{66FAA10A-858A-4901-9BC4-4A708FC6DA4A}" dt="2026-10-16T02:18:51.962" v="1478" actId="255"/>
          <ac:spMkLst>
            <pc:docMk/>
            <pc:sldMk cId="0" sldId="271"/>
            <ac:spMk id="15" creationId="{00000000-0000-0000-0000-000000000000}"/>
          </ac:spMkLst>
        </pc:spChg>
        <pc:spChg chg="mod">
          <ac:chgData name="Victor Sanchez" userId="26f73c70b2efd3e2" providerId="LiveId" clId="{66FAA10A-858A-4901-9BC4-4A708FC6DA4A}" dt="2026-10-16T02:18:36.727" v="1475" actId="255"/>
          <ac:spMkLst>
            <pc:docMk/>
            <pc:sldMk cId="0" sldId="271"/>
            <ac:spMk id="19" creationId="{00000000-0000-0000-0000-000000000000}"/>
          </ac:spMkLst>
        </pc:spChg>
        <pc:spChg chg="mod">
          <ac:chgData name="Victor Sanchez" userId="26f73c70b2efd3e2" providerId="LiveId" clId="{66FAA10A-858A-4901-9BC4-4A708FC6DA4A}" dt="2026-10-16T02:18:40.563" v="1476" actId="255"/>
          <ac:spMkLst>
            <pc:docMk/>
            <pc:sldMk cId="0" sldId="271"/>
            <ac:spMk id="20" creationId="{00000000-0000-0000-0000-000000000000}"/>
          </ac:spMkLst>
        </pc:spChg>
        <pc:spChg chg="mod">
          <ac:chgData name="Victor Sanchez" userId="26f73c70b2efd3e2" providerId="LiveId" clId="{66FAA10A-858A-4901-9BC4-4A708FC6DA4A}" dt="2026-10-16T02:18:27.859" v="1473" actId="255"/>
          <ac:spMkLst>
            <pc:docMk/>
            <pc:sldMk cId="0" sldId="271"/>
            <ac:spMk id="24" creationId="{00000000-0000-0000-0000-000000000000}"/>
          </ac:spMkLst>
        </pc:spChg>
        <pc:spChg chg="mod">
          <ac:chgData name="Victor Sanchez" userId="26f73c70b2efd3e2" providerId="LiveId" clId="{66FAA10A-858A-4901-9BC4-4A708FC6DA4A}" dt="2026-10-16T02:18:31.632" v="1474" actId="255"/>
          <ac:spMkLst>
            <pc:docMk/>
            <pc:sldMk cId="0" sldId="271"/>
            <ac:spMk id="25" creationId="{00000000-0000-0000-0000-000000000000}"/>
          </ac:spMkLst>
        </pc:spChg>
        <pc:spChg chg="mod">
          <ac:chgData name="Victor Sanchez" userId="26f73c70b2efd3e2" providerId="LiveId" clId="{66FAA10A-858A-4901-9BC4-4A708FC6DA4A}" dt="2026-10-16T02:16:53.147" v="1445" actId="1037"/>
          <ac:spMkLst>
            <pc:docMk/>
            <pc:sldMk cId="0" sldId="271"/>
            <ac:spMk id="27" creationId="{00000000-0000-0000-0000-000000000000}"/>
          </ac:spMkLst>
        </pc:spChg>
        <pc:spChg chg="mod">
          <ac:chgData name="Victor Sanchez" userId="26f73c70b2efd3e2" providerId="LiveId" clId="{66FAA10A-858A-4901-9BC4-4A708FC6DA4A}" dt="2026-10-16T02:17:07.401" v="1464" actId="20577"/>
          <ac:spMkLst>
            <pc:docMk/>
            <pc:sldMk cId="0" sldId="271"/>
            <ac:spMk id="28" creationId="{00000000-0000-0000-0000-000000000000}"/>
          </ac:spMkLst>
        </pc:spChg>
        <pc:spChg chg="mod">
          <ac:chgData name="Victor Sanchez" userId="26f73c70b2efd3e2" providerId="LiveId" clId="{66FAA10A-858A-4901-9BC4-4A708FC6DA4A}" dt="2026-10-16T02:18:14.966" v="1471" actId="255"/>
          <ac:spMkLst>
            <pc:docMk/>
            <pc:sldMk cId="0" sldId="271"/>
            <ac:spMk id="29" creationId="{00000000-0000-0000-0000-000000000000}"/>
          </ac:spMkLst>
        </pc:spChg>
        <pc:spChg chg="mod">
          <ac:chgData name="Victor Sanchez" userId="26f73c70b2efd3e2" providerId="LiveId" clId="{66FAA10A-858A-4901-9BC4-4A708FC6DA4A}" dt="2026-10-16T02:18:22.079" v="1472" actId="255"/>
          <ac:spMkLst>
            <pc:docMk/>
            <pc:sldMk cId="0" sldId="271"/>
            <ac:spMk id="30" creationId="{00000000-0000-0000-0000-000000000000}"/>
          </ac:spMkLst>
        </pc:spChg>
        <pc:spChg chg="mod">
          <ac:chgData name="Victor Sanchez" userId="26f73c70b2efd3e2" providerId="LiveId" clId="{66FAA10A-858A-4901-9BC4-4A708FC6DA4A}" dt="2026-10-16T02:19:40.754" v="1479"/>
          <ac:spMkLst>
            <pc:docMk/>
            <pc:sldMk cId="0" sldId="271"/>
            <ac:spMk id="33" creationId="{00000000-0000-0000-0000-000000000000}"/>
          </ac:spMkLst>
        </pc:spChg>
        <pc:spChg chg="mod">
          <ac:chgData name="Victor Sanchez" userId="26f73c70b2efd3e2" providerId="LiveId" clId="{66FAA10A-858A-4901-9BC4-4A708FC6DA4A}" dt="2026-10-16T02:19:52.227" v="1480"/>
          <ac:spMkLst>
            <pc:docMk/>
            <pc:sldMk cId="0" sldId="271"/>
            <ac:spMk id="34" creationId="{00000000-0000-0000-0000-000000000000}"/>
          </ac:spMkLst>
        </pc:spChg>
        <pc:spChg chg="mod">
          <ac:chgData name="Victor Sanchez" userId="26f73c70b2efd3e2" providerId="LiveId" clId="{66FAA10A-858A-4901-9BC4-4A708FC6DA4A}" dt="2026-10-16T02:20:35.900" v="1483"/>
          <ac:spMkLst>
            <pc:docMk/>
            <pc:sldMk cId="0" sldId="271"/>
            <ac:spMk id="35" creationId="{00000000-0000-0000-0000-000000000000}"/>
          </ac:spMkLst>
        </pc:spChg>
        <pc:spChg chg="mod">
          <ac:chgData name="Victor Sanchez" userId="26f73c70b2efd3e2" providerId="LiveId" clId="{66FAA10A-858A-4901-9BC4-4A708FC6DA4A}" dt="2026-10-16T02:21:21.425" v="1484"/>
          <ac:spMkLst>
            <pc:docMk/>
            <pc:sldMk cId="0" sldId="271"/>
            <ac:spMk id="36"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2"/>
        </pc:sldMkLst>
        <pc:spChg chg="mod">
          <ac:chgData name="Victor Sanchez" userId="26f73c70b2efd3e2" providerId="LiveId" clId="{66FAA10A-858A-4901-9BC4-4A708FC6DA4A}" dt="2026-10-15T23:27:47.068" v="87" actId="26606"/>
          <ac:spMkLst>
            <pc:docMk/>
            <pc:sldMk cId="0" sldId="272"/>
            <ac:spMk id="2" creationId="{00000000-0000-0000-0000-000000000000}"/>
          </ac:spMkLst>
        </pc:spChg>
        <pc:spChg chg="add mod">
          <ac:chgData name="Victor Sanchez" userId="26f73c70b2efd3e2" providerId="LiveId" clId="{66FAA10A-858A-4901-9BC4-4A708FC6DA4A}" dt="2026-10-15T23:27:47.068" v="87" actId="26606"/>
          <ac:spMkLst>
            <pc:docMk/>
            <pc:sldMk cId="0" sldId="272"/>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3"/>
        </pc:sldMkLst>
        <pc:spChg chg="mod">
          <ac:chgData name="Victor Sanchez" userId="26f73c70b2efd3e2" providerId="LiveId" clId="{66FAA10A-858A-4901-9BC4-4A708FC6DA4A}" dt="2026-10-15T23:27:47.068" v="87" actId="26606"/>
          <ac:spMkLst>
            <pc:docMk/>
            <pc:sldMk cId="0" sldId="273"/>
            <ac:spMk id="2" creationId="{00000000-0000-0000-0000-000000000000}"/>
          </ac:spMkLst>
        </pc:spChg>
        <pc:spChg chg="add mod">
          <ac:chgData name="Victor Sanchez" userId="26f73c70b2efd3e2" providerId="LiveId" clId="{66FAA10A-858A-4901-9BC4-4A708FC6DA4A}" dt="2026-10-15T23:27:47.068" v="87" actId="26606"/>
          <ac:spMkLst>
            <pc:docMk/>
            <pc:sldMk cId="0" sldId="273"/>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4"/>
        </pc:sldMkLst>
        <pc:spChg chg="mod">
          <ac:chgData name="Victor Sanchez" userId="26f73c70b2efd3e2" providerId="LiveId" clId="{66FAA10A-858A-4901-9BC4-4A708FC6DA4A}" dt="2026-10-15T23:27:47.068" v="87" actId="26606"/>
          <ac:spMkLst>
            <pc:docMk/>
            <pc:sldMk cId="0" sldId="274"/>
            <ac:spMk id="2" creationId="{00000000-0000-0000-0000-000000000000}"/>
          </ac:spMkLst>
        </pc:spChg>
        <pc:spChg chg="add mod">
          <ac:chgData name="Victor Sanchez" userId="26f73c70b2efd3e2" providerId="LiveId" clId="{66FAA10A-858A-4901-9BC4-4A708FC6DA4A}" dt="2026-10-15T23:27:47.068" v="87" actId="26606"/>
          <ac:spMkLst>
            <pc:docMk/>
            <pc:sldMk cId="0" sldId="274"/>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5"/>
        </pc:sldMkLst>
        <pc:spChg chg="add mod">
          <ac:chgData name="Victor Sanchez" userId="26f73c70b2efd3e2" providerId="LiveId" clId="{66FAA10A-858A-4901-9BC4-4A708FC6DA4A}" dt="2026-10-15T23:27:47.068" v="87" actId="26606"/>
          <ac:spMkLst>
            <pc:docMk/>
            <pc:sldMk cId="0" sldId="275"/>
            <ac:spMk id="25"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6"/>
        </pc:sldMkLst>
        <pc:spChg chg="mod">
          <ac:chgData name="Victor Sanchez" userId="26f73c70b2efd3e2" providerId="LiveId" clId="{66FAA10A-858A-4901-9BC4-4A708FC6DA4A}" dt="2026-10-15T23:27:47.068" v="87" actId="26606"/>
          <ac:spMkLst>
            <pc:docMk/>
            <pc:sldMk cId="0" sldId="276"/>
            <ac:spMk id="2" creationId="{00000000-0000-0000-0000-000000000000}"/>
          </ac:spMkLst>
        </pc:spChg>
        <pc:spChg chg="add mod">
          <ac:chgData name="Victor Sanchez" userId="26f73c70b2efd3e2" providerId="LiveId" clId="{66FAA10A-858A-4901-9BC4-4A708FC6DA4A}" dt="2026-10-15T23:27:47.068" v="87" actId="26606"/>
          <ac:spMkLst>
            <pc:docMk/>
            <pc:sldMk cId="0" sldId="276"/>
            <ac:spMk id="25" creationId="{00000000-0000-0000-0000-000000000000}"/>
          </ac:spMkLst>
        </pc:spChg>
      </pc:sldChg>
      <pc:sldChg chg="modSp mod">
        <pc:chgData name="Victor Sanchez" userId="26f73c70b2efd3e2" providerId="LiveId" clId="{66FAA10A-858A-4901-9BC4-4A708FC6DA4A}" dt="2026-10-16T02:26:18.457" v="1492" actId="20577"/>
        <pc:sldMkLst>
          <pc:docMk/>
          <pc:sldMk cId="0" sldId="277"/>
        </pc:sldMkLst>
        <pc:spChg chg="mod">
          <ac:chgData name="Victor Sanchez" userId="26f73c70b2efd3e2" providerId="LiveId" clId="{66FAA10A-858A-4901-9BC4-4A708FC6DA4A}" dt="2026-10-16T02:26:18.457" v="1492" actId="20577"/>
          <ac:spMkLst>
            <pc:docMk/>
            <pc:sldMk cId="0" sldId="277"/>
            <ac:spMk id="3" creationId="{00000000-0000-0000-0000-000000000000}"/>
          </ac:spMkLst>
        </pc:spChg>
      </pc:sldChg>
      <pc:sldChg chg="modSp mod modClrScheme chgLayout">
        <pc:chgData name="Victor Sanchez" userId="26f73c70b2efd3e2" providerId="LiveId" clId="{66FAA10A-858A-4901-9BC4-4A708FC6DA4A}" dt="2026-10-15T23:27:47.068" v="87" actId="26606"/>
        <pc:sldMkLst>
          <pc:docMk/>
          <pc:sldMk cId="0" sldId="278"/>
        </pc:sldMkLst>
        <pc:spChg chg="mod">
          <ac:chgData name="Victor Sanchez" userId="26f73c70b2efd3e2" providerId="LiveId" clId="{66FAA10A-858A-4901-9BC4-4A708FC6DA4A}" dt="2026-10-15T23:27:47.068" v="87" actId="26606"/>
          <ac:spMkLst>
            <pc:docMk/>
            <pc:sldMk cId="0" sldId="278"/>
            <ac:spMk id="2" creationId="{00000000-0000-0000-0000-000000000000}"/>
          </ac:spMkLst>
        </pc:spChg>
        <pc:spChg chg="add mod">
          <ac:chgData name="Victor Sanchez" userId="26f73c70b2efd3e2" providerId="LiveId" clId="{66FAA10A-858A-4901-9BC4-4A708FC6DA4A}" dt="2026-10-15T23:27:47.068" v="87" actId="26606"/>
          <ac:spMkLst>
            <pc:docMk/>
            <pc:sldMk cId="0" sldId="278"/>
            <ac:spMk id="4" creationId="{00000000-0000-0000-0000-000000000000}"/>
          </ac:spMkLst>
        </pc:spChg>
      </pc:sldChg>
      <pc:sldChg chg="modSp del mod modClrScheme chgLayout">
        <pc:chgData name="Victor Sanchez" userId="26f73c70b2efd3e2" providerId="LiveId" clId="{66FAA10A-858A-4901-9BC4-4A708FC6DA4A}" dt="2026-10-16T02:25:54.342" v="1485" actId="47"/>
        <pc:sldMkLst>
          <pc:docMk/>
          <pc:sldMk cId="0" sldId="279"/>
        </pc:sldMkLst>
        <pc:spChg chg="mod">
          <ac:chgData name="Victor Sanchez" userId="26f73c70b2efd3e2" providerId="LiveId" clId="{66FAA10A-858A-4901-9BC4-4A708FC6DA4A}" dt="2026-10-15T23:27:47.068" v="87" actId="26606"/>
          <ac:spMkLst>
            <pc:docMk/>
            <pc:sldMk cId="0" sldId="279"/>
            <ac:spMk id="2" creationId="{00000000-0000-0000-0000-000000000000}"/>
          </ac:spMkLst>
        </pc:spChg>
        <pc:spChg chg="add mod">
          <ac:chgData name="Victor Sanchez" userId="26f73c70b2efd3e2" providerId="LiveId" clId="{66FAA10A-858A-4901-9BC4-4A708FC6DA4A}" dt="2026-10-15T23:27:47.068" v="87" actId="26606"/>
          <ac:spMkLst>
            <pc:docMk/>
            <pc:sldMk cId="0" sldId="279"/>
            <ac:spMk id="4" creationId="{00000000-0000-0000-0000-000000000000}"/>
          </ac:spMkLst>
        </pc:spChg>
      </pc:sldChg>
      <pc:sldChg chg="del">
        <pc:chgData name="Victor Sanchez" userId="26f73c70b2efd3e2" providerId="LiveId" clId="{66FAA10A-858A-4901-9BC4-4A708FC6DA4A}" dt="2026-10-16T02:25:59.368" v="1486" actId="47"/>
        <pc:sldMkLst>
          <pc:docMk/>
          <pc:sldMk cId="0" sldId="280"/>
        </pc:sldMkLst>
      </pc:sldChg>
      <pc:sldChg chg="modSp del mod modClrScheme chgLayout">
        <pc:chgData name="Victor Sanchez" userId="26f73c70b2efd3e2" providerId="LiveId" clId="{66FAA10A-858A-4901-9BC4-4A708FC6DA4A}" dt="2026-10-16T02:26:01.136" v="1487" actId="47"/>
        <pc:sldMkLst>
          <pc:docMk/>
          <pc:sldMk cId="0" sldId="281"/>
        </pc:sldMkLst>
        <pc:spChg chg="mod">
          <ac:chgData name="Victor Sanchez" userId="26f73c70b2efd3e2" providerId="LiveId" clId="{66FAA10A-858A-4901-9BC4-4A708FC6DA4A}" dt="2026-10-15T23:27:47.068" v="87" actId="26606"/>
          <ac:spMkLst>
            <pc:docMk/>
            <pc:sldMk cId="0" sldId="281"/>
            <ac:spMk id="2" creationId="{00000000-0000-0000-0000-000000000000}"/>
          </ac:spMkLst>
        </pc:spChg>
        <pc:spChg chg="add mod">
          <ac:chgData name="Victor Sanchez" userId="26f73c70b2efd3e2" providerId="LiveId" clId="{66FAA10A-858A-4901-9BC4-4A708FC6DA4A}" dt="2026-10-15T23:27:47.068" v="87" actId="26606"/>
          <ac:spMkLst>
            <pc:docMk/>
            <pc:sldMk cId="0" sldId="281"/>
            <ac:spMk id="4" creationId="{00000000-0000-0000-0000-000000000000}"/>
          </ac:spMkLst>
        </pc:spChg>
      </pc:sldChg>
      <pc:sldChg chg="modSp del mod modClrScheme chgLayout">
        <pc:chgData name="Victor Sanchez" userId="26f73c70b2efd3e2" providerId="LiveId" clId="{66FAA10A-858A-4901-9BC4-4A708FC6DA4A}" dt="2026-10-16T02:26:04.824" v="1488" actId="47"/>
        <pc:sldMkLst>
          <pc:docMk/>
          <pc:sldMk cId="0" sldId="282"/>
        </pc:sldMkLst>
        <pc:spChg chg="mod">
          <ac:chgData name="Victor Sanchez" userId="26f73c70b2efd3e2" providerId="LiveId" clId="{66FAA10A-858A-4901-9BC4-4A708FC6DA4A}" dt="2026-10-15T23:27:47.068" v="87" actId="26606"/>
          <ac:spMkLst>
            <pc:docMk/>
            <pc:sldMk cId="0" sldId="282"/>
            <ac:spMk id="2" creationId="{00000000-0000-0000-0000-000000000000}"/>
          </ac:spMkLst>
        </pc:spChg>
        <pc:spChg chg="add mod">
          <ac:chgData name="Victor Sanchez" userId="26f73c70b2efd3e2" providerId="LiveId" clId="{66FAA10A-858A-4901-9BC4-4A708FC6DA4A}" dt="2026-10-15T23:27:47.068" v="87" actId="26606"/>
          <ac:spMkLst>
            <pc:docMk/>
            <pc:sldMk cId="0" sldId="282"/>
            <ac:spMk id="25" creationId="{00000000-0000-0000-0000-000000000000}"/>
          </ac:spMkLst>
        </pc:spChg>
      </pc:sldChg>
      <pc:sldChg chg="add del">
        <pc:chgData name="Victor Sanchez" userId="26f73c70b2efd3e2" providerId="LiveId" clId="{66FAA10A-858A-4901-9BC4-4A708FC6DA4A}" dt="2026-10-16T01:33:24.470" v="1239" actId="47"/>
        <pc:sldMkLst>
          <pc:docMk/>
          <pc:sldMk cId="629383763" sldId="283"/>
        </pc:sldMkLst>
      </pc:sldChg>
      <pc:sldMasterChg chg="add addSldLayout delSldLayout modSldLayout sldLayoutOrd">
        <pc:chgData name="Victor Sanchez" userId="26f73c70b2efd3e2" providerId="LiveId" clId="{66FAA10A-858A-4901-9BC4-4A708FC6DA4A}" dt="2026-10-15T23:27:47.068" v="87" actId="26606"/>
        <pc:sldMasterMkLst>
          <pc:docMk/>
          <pc:sldMasterMk cId="0" sldId="2147483648"/>
        </pc:sldMasterMkLst>
        <pc:sldLayoutChg chg="mo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47.068" v="87" actId="26606"/>
          <pc:sldLayoutMkLst>
            <pc:docMk/>
            <pc:sldMasterMk cId="0" sldId="2147483648"/>
            <pc:sldLayoutMk cId="0" sldId="2147483651"/>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2"/>
          </pc:sldLayoutMkLst>
        </pc:sldLayoutChg>
        <pc:sldLayoutChg chg="add">
          <pc:chgData name="Victor Sanchez" userId="26f73c70b2efd3e2" providerId="LiveId" clId="{66FAA10A-858A-4901-9BC4-4A708FC6DA4A}" dt="2026-10-15T23:27:47.068" v="87" actId="26606"/>
          <pc:sldLayoutMkLst>
            <pc:docMk/>
            <pc:sldMasterMk cId="0" sldId="2147483648"/>
            <pc:sldLayoutMk cId="0" sldId="2147483653"/>
          </pc:sldLayoutMkLst>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5"/>
          </pc:sldLayoutMkLst>
          <pc:spChg chg="mod">
            <ac:chgData name="Victor Sanchez" userId="26f73c70b2efd3e2" providerId="LiveId" clId="{66FAA10A-858A-4901-9BC4-4A708FC6DA4A}" dt="2026-10-15T23:27:47.068" v="87"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5"/>
              <ac:spMk id="25" creationId="{00000000-0000-0000-0000-000000000000}"/>
            </ac:spMkLst>
          </pc:spChg>
        </pc:sldLayoutChg>
        <pc:sldLayoutChg chg="modSp del mod ord">
          <pc:chgData name="Victor Sanchez" userId="26f73c70b2efd3e2" providerId="LiveId" clId="{66FAA10A-858A-4901-9BC4-4A708FC6DA4A}" dt="2026-10-15T23:27:47.068" v="87" actId="26606"/>
          <pc:sldLayoutMkLst>
            <pc:docMk/>
            <pc:sldMasterMk cId="0" sldId="2147483648"/>
            <pc:sldLayoutMk cId="0" sldId="2147483656"/>
          </pc:sldLayoutMkLst>
          <pc:spChg chg="mod">
            <ac:chgData name="Victor Sanchez" userId="26f73c70b2efd3e2" providerId="LiveId" clId="{66FAA10A-858A-4901-9BC4-4A708FC6DA4A}" dt="2026-10-15T23:27:47.068" v="87" actId="26606"/>
            <ac:spMkLst>
              <pc:docMk/>
              <pc:sldMasterMk cId="0" sldId="2147483648"/>
              <pc:sldLayoutMk cId="0" sldId="2147483656"/>
              <ac:spMk id="25" creationId="{00000000-0000-0000-0000-000000000000}"/>
            </ac:spMkLst>
          </pc:spChg>
        </pc:sldLayoutChg>
      </pc:sldMasterChg>
      <pc:sldMasterChg chg="add del replId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10.756" v="80"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0"/>
          </pc:sldLayoutMkLst>
          <pc:spChg chg="mod">
            <ac:chgData name="Victor Sanchez" userId="26f73c70b2efd3e2" providerId="LiveId" clId="{66FAA10A-858A-4901-9BC4-4A708FC6DA4A}" dt="2026-10-15T23:24:10.756" v="80"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10.756" v="80" actId="26606"/>
          <pc:sldLayoutMkLst>
            <pc:docMk/>
            <pc:sldMasterMk cId="0" sldId="2147483648"/>
            <pc:sldLayoutMk cId="0" sldId="2147483651"/>
          </pc:sldLayoutMkLst>
          <pc:spChg chg="mod">
            <ac:chgData name="Victor Sanchez" userId="26f73c70b2efd3e2" providerId="LiveId" clId="{66FAA10A-858A-4901-9BC4-4A708FC6DA4A}" dt="2026-10-15T23:24:10.756" v="80"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1"/>
              <ac:spMk id="3"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2"/>
          </pc:sldLayoutMkLst>
          <pc:spChg chg="mod">
            <ac:chgData name="Victor Sanchez" userId="26f73c70b2efd3e2" providerId="LiveId" clId="{66FAA10A-858A-4901-9BC4-4A708FC6DA4A}" dt="2026-10-15T23:25:16.834" v="83"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5:16.834" v="83" actId="26606"/>
            <ac:spMkLst>
              <pc:docMk/>
              <pc:sldMasterMk cId="0" sldId="2147483648"/>
              <pc:sldLayoutMk cId="0" sldId="2147483652"/>
              <ac:spMk id="25" creationId="{00000000-0000-0000-0000-000000000000}"/>
            </ac:spMkLst>
          </pc:spChg>
        </pc:sldLayoutChg>
        <pc:sldLayoutChg chg="modSp add del mod ord replId">
          <pc:chgData name="Victor Sanchez" userId="26f73c70b2efd3e2" providerId="LiveId" clId="{66FAA10A-858A-4901-9BC4-4A708FC6DA4A}" dt="2026-10-15T23:25:16.834" v="83" actId="26606"/>
          <pc:sldLayoutMkLst>
            <pc:docMk/>
            <pc:sldMasterMk cId="0" sldId="2147483648"/>
            <pc:sldLayoutMk cId="0" sldId="2147483653"/>
          </pc:sldLayoutMkLst>
          <pc:spChg chg="mod">
            <ac:chgData name="Victor Sanchez" userId="26f73c70b2efd3e2" providerId="LiveId" clId="{66FAA10A-858A-4901-9BC4-4A708FC6DA4A}" dt="2026-10-15T23:25:16.834" v="83" actId="26606"/>
            <ac:spMkLst>
              <pc:docMk/>
              <pc:sldMasterMk cId="0" sldId="2147483648"/>
              <pc:sldLayoutMk cId="0" sldId="2147483653"/>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5"/>
          </pc:sldLayoutMkLst>
          <pc:spChg chg="mod">
            <ac:chgData name="Victor Sanchez" userId="26f73c70b2efd3e2" providerId="LiveId" clId="{66FAA10A-858A-4901-9BC4-4A708FC6DA4A}" dt="2026-10-15T23:24:10.756" v="80" actId="26606"/>
            <ac:spMkLst>
              <pc:docMk/>
              <pc:sldMasterMk cId="0" sldId="2147483648"/>
              <pc:sldLayoutMk cId="0" sldId="2147483655"/>
              <ac:spMk id="2" creationId="{00000000-0000-0000-0000-000000000000}"/>
            </ac:spMkLst>
          </pc:spChg>
          <pc:spChg chg="mod">
            <ac:chgData name="Victor Sanchez" userId="26f73c70b2efd3e2" providerId="LiveId" clId="{66FAA10A-858A-4901-9BC4-4A708FC6DA4A}" dt="2026-10-15T23:24:10.756" v="80" actId="26606"/>
            <ac:spMkLst>
              <pc:docMk/>
              <pc:sldMasterMk cId="0" sldId="2147483648"/>
              <pc:sldLayoutMk cId="0" sldId="2147483655"/>
              <ac:spMk id="25" creationId="{00000000-0000-0000-0000-000000000000}"/>
            </ac:spMkLst>
          </pc:spChg>
        </pc:sldLayoutChg>
        <pc:sldLayoutChg chg="modSp del mod ord replId">
          <pc:chgData name="Victor Sanchez" userId="26f73c70b2efd3e2" providerId="LiveId" clId="{66FAA10A-858A-4901-9BC4-4A708FC6DA4A}" dt="2026-10-15T23:25:16.834" v="83" actId="26606"/>
          <pc:sldLayoutMkLst>
            <pc:docMk/>
            <pc:sldMasterMk cId="0" sldId="2147483648"/>
            <pc:sldLayoutMk cId="0" sldId="2147483656"/>
          </pc:sldLayoutMkLst>
          <pc:spChg chg="mod">
            <ac:chgData name="Victor Sanchez" userId="26f73c70b2efd3e2" providerId="LiveId" clId="{66FAA10A-858A-4901-9BC4-4A708FC6DA4A}" dt="2026-10-15T23:24:10.756" v="80" actId="26606"/>
            <ac:spMkLst>
              <pc:docMk/>
              <pc:sldMasterMk cId="0" sldId="2147483648"/>
              <pc:sldLayoutMk cId="0" sldId="2147483656"/>
              <ac:spMk id="25" creationId="{00000000-0000-0000-0000-000000000000}"/>
            </ac:spMkLst>
          </pc:spChg>
        </pc:sldLayoutChg>
      </pc:sldMasterChg>
      <pc:sldMasterChg chg="add del addSldLayout delSldLayout modSldLayout sldLayoutOrd">
        <pc:chgData name="Victor Sanchez" userId="26f73c70b2efd3e2" providerId="LiveId" clId="{66FAA10A-858A-4901-9BC4-4A708FC6DA4A}" dt="2026-10-15T23:25:16.834" v="83" actId="26606"/>
        <pc:sldMasterMkLst>
          <pc:docMk/>
          <pc:sldMasterMk cId="0" sldId="2147483648"/>
        </pc:sldMasterMkLst>
        <pc:sldLayoutChg chg="mod ord">
          <pc:chgData name="Victor Sanchez" userId="26f73c70b2efd3e2" providerId="LiveId" clId="{66FAA10A-858A-4901-9BC4-4A708FC6DA4A}" dt="2026-10-15T23:24:36.007" v="82"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0"/>
          </pc:sldLayoutMkLst>
          <pc:spChg chg="mod">
            <ac:chgData name="Victor Sanchez" userId="26f73c70b2efd3e2" providerId="LiveId" clId="{66FAA10A-858A-4901-9BC4-4A708FC6DA4A}" dt="2026-10-15T23:24:36.007" v="82"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4:36.007" v="82" actId="26606"/>
          <pc:sldLayoutMkLst>
            <pc:docMk/>
            <pc:sldMasterMk cId="0" sldId="2147483648"/>
            <pc:sldLayoutMk cId="0" sldId="2147483651"/>
          </pc:sldLayoutMkLst>
          <pc:spChg chg="mod">
            <ac:chgData name="Victor Sanchez" userId="26f73c70b2efd3e2" providerId="LiveId" clId="{66FAA10A-858A-4901-9BC4-4A708FC6DA4A}" dt="2026-10-15T23:24:36.007" v="82"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1"/>
              <ac:spMk id="3" creationId="{00000000-0000-0000-0000-000000000000}"/>
            </ac:spMkLst>
          </pc:spChg>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2"/>
          </pc:sldLayoutMkLst>
          <pc:spChg chg="mod">
            <ac:chgData name="Victor Sanchez" userId="26f73c70b2efd3e2" providerId="LiveId" clId="{66FAA10A-858A-4901-9BC4-4A708FC6DA4A}" dt="2026-10-15T23:24:36.007" v="82"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4:36.007" v="82" actId="26606"/>
            <ac:spMkLst>
              <pc:docMk/>
              <pc:sldMasterMk cId="0" sldId="2147483648"/>
              <pc:sldLayoutMk cId="0" sldId="2147483652"/>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2"/>
          </pc:sldLayoutMkLst>
        </pc:sldLayoutChg>
        <pc:sldLayoutChg chg="modSp del mod ord">
          <pc:chgData name="Victor Sanchez" userId="26f73c70b2efd3e2" providerId="LiveId" clId="{66FAA10A-858A-4901-9BC4-4A708FC6DA4A}" dt="2026-10-15T23:24:36.007" v="82" actId="26606"/>
          <pc:sldLayoutMkLst>
            <pc:docMk/>
            <pc:sldMasterMk cId="0" sldId="2147483648"/>
            <pc:sldLayoutMk cId="0" sldId="2147483653"/>
          </pc:sldLayoutMkLst>
          <pc:spChg chg="mod">
            <ac:chgData name="Victor Sanchez" userId="26f73c70b2efd3e2" providerId="LiveId" clId="{66FAA10A-858A-4901-9BC4-4A708FC6DA4A}" dt="2026-10-15T23:24:36.007" v="82" actId="26606"/>
            <ac:spMkLst>
              <pc:docMk/>
              <pc:sldMasterMk cId="0" sldId="2147483648"/>
              <pc:sldLayoutMk cId="0" sldId="2147483653"/>
              <ac:spMk id="25" creationId="{00000000-0000-0000-0000-000000000000}"/>
            </ac:spMkLst>
          </pc:spChg>
        </pc:sldLayoutChg>
        <pc:sldLayoutChg chg="add del">
          <pc:chgData name="Victor Sanchez" userId="26f73c70b2efd3e2" providerId="LiveId" clId="{66FAA10A-858A-4901-9BC4-4A708FC6DA4A}" dt="2026-10-15T23:25:16.834" v="83" actId="26606"/>
          <pc:sldLayoutMkLst>
            <pc:docMk/>
            <pc:sldMasterMk cId="0" sldId="2147483648"/>
            <pc:sldLayoutMk cId="0" sldId="2147483653"/>
          </pc:sldLayoutMkLst>
        </pc:sldLayoutChg>
      </pc:sldMasterChg>
      <pc:sldMasterChg chg="add modSldLayout sldLayoutOrd">
        <pc:chgData name="Victor Sanchez" userId="26f73c70b2efd3e2" providerId="LiveId" clId="{66FAA10A-858A-4901-9BC4-4A708FC6DA4A}" dt="2026-10-15T23:27:47.068" v="87" actId="26606"/>
        <pc:sldMasterMkLst>
          <pc:docMk/>
          <pc:sldMasterMk cId="0" sldId="2147483648"/>
        </pc:sldMasterMkLst>
        <pc:sldLayoutChg chg="mod ord">
          <pc:chgData name="Victor Sanchez" userId="26f73c70b2efd3e2" providerId="LiveId" clId="{66FAA10A-858A-4901-9BC4-4A708FC6DA4A}" dt="2026-10-15T23:27:47.068" v="87" actId="26606"/>
          <pc:sldLayoutMkLst>
            <pc:docMk/>
            <pc:sldMasterMk cId="0" sldId="2147483648"/>
            <pc:sldLayoutMk cId="0" sldId="2147483649"/>
          </pc:sldLayoutMkLst>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0"/>
          </pc:sldLayoutMkLst>
          <pc:spChg chg="mod">
            <ac:chgData name="Victor Sanchez" userId="26f73c70b2efd3e2" providerId="LiveId" clId="{66FAA10A-858A-4901-9BC4-4A708FC6DA4A}" dt="2026-10-15T23:27:47.068" v="87" actId="26606"/>
            <ac:spMkLst>
              <pc:docMk/>
              <pc:sldMasterMk cId="0" sldId="2147483648"/>
              <pc:sldLayoutMk cId="0" sldId="2147483650"/>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0"/>
              <ac:spMk id="3" creationId="{00000000-0000-0000-0000-000000000000}"/>
            </ac:spMkLst>
          </pc:spChg>
        </pc:sldLayoutChg>
        <pc:sldLayoutChg chg="modSp mod ord">
          <pc:chgData name="Victor Sanchez" userId="26f73c70b2efd3e2" providerId="LiveId" clId="{66FAA10A-858A-4901-9BC4-4A708FC6DA4A}" dt="2026-10-15T23:27:47.068" v="87" actId="26606"/>
          <pc:sldLayoutMkLst>
            <pc:docMk/>
            <pc:sldMasterMk cId="0" sldId="2147483648"/>
            <pc:sldLayoutMk cId="0" sldId="2147483651"/>
          </pc:sldLayoutMkLst>
          <pc:spChg chg="mod">
            <ac:chgData name="Victor Sanchez" userId="26f73c70b2efd3e2" providerId="LiveId" clId="{66FAA10A-858A-4901-9BC4-4A708FC6DA4A}" dt="2026-10-15T23:27:47.068" v="87" actId="26606"/>
            <ac:spMkLst>
              <pc:docMk/>
              <pc:sldMasterMk cId="0" sldId="2147483648"/>
              <pc:sldLayoutMk cId="0" sldId="2147483651"/>
              <ac:spMk id="2" creationId="{00000000-0000-0000-0000-000000000000}"/>
            </ac:spMkLst>
          </pc:spChg>
          <pc:spChg chg="mod">
            <ac:chgData name="Victor Sanchez" userId="26f73c70b2efd3e2" providerId="LiveId" clId="{66FAA10A-858A-4901-9BC4-4A708FC6DA4A}" dt="2026-10-15T23:27:47.068" v="87" actId="26606"/>
            <ac:spMkLst>
              <pc:docMk/>
              <pc:sldMasterMk cId="0" sldId="2147483648"/>
              <pc:sldLayoutMk cId="0" sldId="2147483651"/>
              <ac:spMk id="3"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2"/>
          </pc:sldLayoutMkLst>
          <pc:spChg chg="mod">
            <ac:chgData name="Victor Sanchez" userId="26f73c70b2efd3e2" providerId="LiveId" clId="{66FAA10A-858A-4901-9BC4-4A708FC6DA4A}" dt="2026-10-15T23:27:24.825" v="85" actId="26606"/>
            <ac:spMkLst>
              <pc:docMk/>
              <pc:sldMasterMk cId="0" sldId="2147483648"/>
              <pc:sldLayoutMk cId="0" sldId="2147483652"/>
              <ac:spMk id="2" creationId="{00000000-0000-0000-0000-000000000000}"/>
            </ac:spMkLst>
          </pc:spChg>
          <pc:spChg chg="mod">
            <ac:chgData name="Victor Sanchez" userId="26f73c70b2efd3e2" providerId="LiveId" clId="{66FAA10A-858A-4901-9BC4-4A708FC6DA4A}" dt="2026-10-15T23:27:24.825" v="85" actId="26606"/>
            <ac:spMkLst>
              <pc:docMk/>
              <pc:sldMasterMk cId="0" sldId="2147483648"/>
              <pc:sldLayoutMk cId="0" sldId="2147483652"/>
              <ac:spMk id="25" creationId="{00000000-0000-0000-0000-000000000000}"/>
            </ac:spMkLst>
          </pc:spChg>
        </pc:sldLayoutChg>
        <pc:sldLayoutChg chg="modSp add mod ord">
          <pc:chgData name="Victor Sanchez" userId="26f73c70b2efd3e2" providerId="LiveId" clId="{66FAA10A-858A-4901-9BC4-4A708FC6DA4A}" dt="2026-10-15T23:27:24.825" v="85" actId="26606"/>
          <pc:sldLayoutMkLst>
            <pc:docMk/>
            <pc:sldMasterMk cId="0" sldId="2147483648"/>
            <pc:sldLayoutMk cId="0" sldId="2147483653"/>
          </pc:sldLayoutMkLst>
          <pc:spChg chg="mod">
            <ac:chgData name="Victor Sanchez" userId="26f73c70b2efd3e2" providerId="LiveId" clId="{66FAA10A-858A-4901-9BC4-4A708FC6DA4A}" dt="2026-10-15T23:27:24.825" v="85" actId="26606"/>
            <ac:spMkLst>
              <pc:docMk/>
              <pc:sldMasterMk cId="0" sldId="2147483648"/>
              <pc:sldLayoutMk cId="0" sldId="2147483653"/>
              <ac:spMk id="25" creationId="{00000000-0000-0000-0000-000000000000}"/>
            </ac:spMkLst>
          </pc:spChg>
        </pc:sldLayoutChg>
      </pc:sldMasterChg>
      <pc:sldMasterChg chg="del replId modSldLayout sldLayoutOrd">
        <pc:chgData name="Victor Sanchez" userId="26f73c70b2efd3e2" providerId="LiveId" clId="{66FAA10A-858A-4901-9BC4-4A708FC6DA4A}" dt="2026-10-15T23:25:16.834" v="83" actId="26606"/>
        <pc:sldMasterMkLst>
          <pc:docMk/>
          <pc:sldMasterMk cId="0" sldId="2147483654"/>
        </pc:sldMasterMkLst>
        <pc:sldLayoutChg chg="replId">
          <pc:chgData name="Victor Sanchez" userId="26f73c70b2efd3e2" providerId="LiveId" clId="{66FAA10A-858A-4901-9BC4-4A708FC6DA4A}" dt="2026-10-15T23:24:10.675" v="79" actId="26606"/>
          <pc:sldLayoutMkLst>
            <pc:docMk/>
            <pc:sldMasterMk cId="0" sldId="2147483648"/>
            <pc:sldLayoutMk cId="0" sldId="2147483655"/>
          </pc:sldLayoutMkLst>
        </pc:sldLayoutChg>
        <pc:sldLayoutChg chg="replId">
          <pc:chgData name="Victor Sanchez" userId="26f73c70b2efd3e2" providerId="LiveId" clId="{66FAA10A-858A-4901-9BC4-4A708FC6DA4A}" dt="2026-10-15T23:24:10.675" v="79" actId="26606"/>
          <pc:sldLayoutMkLst>
            <pc:docMk/>
            <pc:sldMasterMk cId="0" sldId="2147483648"/>
            <pc:sldLayoutMk cId="0" sldId="2147483656"/>
          </pc:sldLayoutMkLst>
        </pc:sldLayoutChg>
      </pc:sldMasterChg>
      <pc:sldMasterChg chg="del replId modSldLayout">
        <pc:chgData name="Victor Sanchez" userId="26f73c70b2efd3e2" providerId="LiveId" clId="{66FAA10A-858A-4901-9BC4-4A708FC6DA4A}" dt="2026-10-15T23:27:24.825" v="85" actId="26606"/>
        <pc:sldMasterMkLst>
          <pc:docMk/>
          <pc:sldMasterMk cId="0" sldId="2147483654"/>
        </pc:sldMasterMkLst>
        <pc:sldLayoutChg chg="replId">
          <pc:chgData name="Victor Sanchez" userId="26f73c70b2efd3e2" providerId="LiveId" clId="{66FAA10A-858A-4901-9BC4-4A708FC6DA4A}" dt="2026-10-15T23:27:24.768" v="84" actId="26606"/>
          <pc:sldLayoutMkLst>
            <pc:docMk/>
            <pc:sldMasterMk cId="0" sldId="2147483654"/>
            <pc:sldLayoutMk cId="0" sldId="2147483655"/>
          </pc:sldLayoutMkLst>
        </pc:sldLayoutChg>
        <pc:sldLayoutChg chg="replId">
          <pc:chgData name="Victor Sanchez" userId="26f73c70b2efd3e2" providerId="LiveId" clId="{66FAA10A-858A-4901-9BC4-4A708FC6DA4A}" dt="2026-10-15T23:27:24.768" v="84" actId="26606"/>
          <pc:sldLayoutMkLst>
            <pc:docMk/>
            <pc:sldMasterMk cId="0" sldId="2147483654"/>
            <pc:sldLayoutMk cId="0" sldId="2147483656"/>
          </pc:sldLayoutMkLst>
        </pc:sldLayoutChg>
      </pc:sldMasterChg>
      <pc:sldMasterChg chg="add del replId addSldLayout delSldLayout modSldLayout sldLayoutOrd">
        <pc:chgData name="Victor Sanchez" userId="26f73c70b2efd3e2" providerId="LiveId" clId="{66FAA10A-858A-4901-9BC4-4A708FC6DA4A}" dt="2026-10-15T23:27:47.068" v="87" actId="26606"/>
        <pc:sldMasterMkLst>
          <pc:docMk/>
          <pc:sldMasterMk cId="0" sldId="2147483654"/>
        </pc:sldMasterMkLst>
        <pc:sldLayoutChg chg="mod">
          <pc:chgData name="Victor Sanchez" userId="26f73c70b2efd3e2" providerId="LiveId" clId="{66FAA10A-858A-4901-9BC4-4A708FC6DA4A}" dt="2026-10-15T23:27:24.825" v="85" actId="26606"/>
          <pc:sldLayoutMkLst>
            <pc:docMk/>
            <pc:sldMasterMk cId="0" sldId="2147483648"/>
            <pc:sldLayoutMk cId="0" sldId="2147483649"/>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0"/>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1"/>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2"/>
          </pc:sldLayoutMkLst>
        </pc:sldLayoutChg>
        <pc:sldLayoutChg chg="mod">
          <pc:chgData name="Victor Sanchez" userId="26f73c70b2efd3e2" providerId="LiveId" clId="{66FAA10A-858A-4901-9BC4-4A708FC6DA4A}" dt="2026-10-15T23:27:24.825" v="85" actId="26606"/>
          <pc:sldLayoutMkLst>
            <pc:docMk/>
            <pc:sldMasterMk cId="0" sldId="2147483648"/>
            <pc:sldLayoutMk cId="0" sldId="2147483653"/>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5"/>
          </pc:sldLayoutMkLst>
        </pc:sldLayoutChg>
        <pc:sldLayoutChg chg="del">
          <pc:chgData name="Victor Sanchez" userId="26f73c70b2efd3e2" providerId="LiveId" clId="{66FAA10A-858A-4901-9BC4-4A708FC6DA4A}" dt="2026-10-15T23:27:24.825" v="85" actId="26606"/>
          <pc:sldLayoutMkLst>
            <pc:docMk/>
            <pc:sldMasterMk cId="0" sldId="2147483654"/>
            <pc:sldLayoutMk cId="0" sldId="2147483656"/>
          </pc:sldLayoutMkLst>
        </pc:sldLayoutChg>
        <pc:sldLayoutChg chg="add replId">
          <pc:chgData name="Victor Sanchez" userId="26f73c70b2efd3e2" providerId="LiveId" clId="{66FAA10A-858A-4901-9BC4-4A708FC6DA4A}" dt="2026-10-15T23:27:47.012" v="86" actId="26606"/>
          <pc:sldLayoutMkLst>
            <pc:docMk/>
            <pc:sldMasterMk cId="0" sldId="2147483648"/>
            <pc:sldLayoutMk cId="0" sldId="214748365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19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Kickoff call for SAS workspace owners who each own a single workspace. Hosted by BDL (Kelly, Jake, Vic). Goal of the call: explain the enterprise-wide move away from SAS, the two short-term priorities, and what we will ask of each owner.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Set the frame early: this is an enterprise-wide initiative, not a review of any one owner. Everyone on this call owns exactly one workspace. Of the two priorities, exit readiness is the more important one and is where we need owners' help most.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long-term goal is the reason for everything else. Priority 1 is already moving (bulk removal running). Priority 2 is the more important one and is what the survey is designed to support.</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Keep this short; it is already in motion. The bulk removal is running now. BDL is confirming what it de-allocates and what that does to billing. Owners may be asked to confirm low usage or help consolidate.</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This is the more important priority. Each workspace feeds downstream users, so before anything moves we need to know who relies on it and what breaks if it goes. If an owner has no exit path yet, that is fine; BDL will help build one.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 through what happens with the survey responses. BDL is Kelly, Jake, and Vic. The assessment uses what use case owners report: criticality, dependencies, and any controls that can help during the transition.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Each owner on this call receives the survey from BDL after the call. Encourage honest answers: "no exit plan yet" is a valid answer and tells us where to help first. Due date for responses: to be confirmed.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Close by confirming who receives the survey and when responses are due. Contacts for questions: Kelly, Jake, or Vic (BDL).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37360"/>
            <a:ext cx="10698480" cy="109728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2926080"/>
            <a:ext cx="10698480" cy="640080"/>
          </a:xfrm>
          <a:prstGeom prst="rect">
            <a:avLst/>
          </a:prstGeom>
          <a:noFill/>
          <a:ln/>
        </p:spPr>
        <p:txBody>
          <a:bodyPr wrap="square" rtlCol="0"/>
          <a:lstStyle>
            <a:lvl1pPr marL="0" indent="0" algn="l">
              <a:buNone/>
              <a:defRPr lang="en-US" sz="2400" dirty="0">
                <a:solidFill>
                  <a:schemeClr val="bg2"/>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0058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246120"/>
            <a:ext cx="10698480" cy="146304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76656"/>
            <a:ext cx="11091672" cy="658368"/>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a:p>
        </p:txBody>
      </p:sp>
      <p:sp>
        <p:nvSpPr>
          <p:cNvPr id="3" name="Text 0"/>
          <p:cNvSpPr/>
          <p:nvPr/>
        </p:nvSpPr>
        <p:spPr>
          <a:xfrm>
            <a:off x="548640" y="6419088"/>
            <a:ext cx="7315200" cy="256032"/>
          </a:xfrm>
          <a:prstGeom prst="rect">
            <a:avLst/>
          </a:prstGeom>
          <a:noFill/>
          <a:ln/>
        </p:spPr>
        <p:txBody>
          <a:bodyPr wrap="square" lIns="0" tIns="0" rIns="0" bIns="0" rtlCol="0" anchor="ctr"/>
          <a:lstStyle/>
          <a:p>
            <a:pPr marL="0" indent="0">
              <a:buNone/>
            </a:pPr>
            <a:r>
              <a:rPr lang="en-US" sz="1000">
                <a:solidFill>
                  <a:schemeClr val="tx2"/>
                </a:solidFill>
              </a:rPr>
              <a:t>SAS workspace owner kickoff · BDL</a:t>
            </a:r>
            <a:endParaRPr lang="en-US" sz="1000"/>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bg>
      <p:bgPr>
        <a:solidFill>
          <a:schemeClr val="bg1"/>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SAS Workspace Owner Kickoff</a:t>
            </a:r>
          </a:p>
        </p:txBody>
      </p:sp>
      <p:sp>
        <p:nvSpPr>
          <p:cNvPr id="3" name="Text Placeholder 2"/>
          <p:cNvSpPr>
            <a:spLocks noGrp="1"/>
          </p:cNvSpPr>
          <p:nvPr>
            <p:ph type="body" idx="101"/>
          </p:nvPr>
        </p:nvSpPr>
        <p:spPr/>
        <p:txBody>
          <a:bodyPr/>
          <a:lstStyle/>
          <a:p>
            <a:r>
              <a:t>Storage cleanup and exit readiness on the path away from SAS</a:t>
            </a:r>
          </a:p>
        </p:txBody>
      </p:sp>
      <p:cxnSp>
        <p:nvCxnSpPr>
          <p:cNvPr id="4" name="Phase line"/>
          <p:cNvCxnSpPr/>
          <p:nvPr/>
        </p:nvCxnSpPr>
        <p:spPr>
          <a:xfrm>
            <a:off x="960120" y="4572000"/>
            <a:ext cx="7315200"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5" name="Number"/>
          <p:cNvSpPr/>
          <p:nvPr/>
        </p:nvSpPr>
        <p:spPr>
          <a:xfrm>
            <a:off x="7315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1</a:t>
            </a:r>
          </a:p>
        </p:txBody>
      </p:sp>
      <p:sp>
        <p:nvSpPr>
          <p:cNvPr id="6" name="Step label"/>
          <p:cNvSpPr txBox="1"/>
          <p:nvPr/>
        </p:nvSpPr>
        <p:spPr>
          <a:xfrm>
            <a:off x="182880" y="4892040"/>
            <a:ext cx="1554480" cy="548640"/>
          </a:xfrm>
          <a:prstGeom prst="rect">
            <a:avLst/>
          </a:prstGeom>
          <a:noFill/>
        </p:spPr>
        <p:txBody>
          <a:bodyPr wrap="square" lIns="0" rIns="0" tIns="0" bIns="0" anchor="t">
            <a:spAutoFit/>
          </a:bodyPr>
          <a:lstStyle/>
          <a:p>
            <a:pPr algn="ctr" marL="0" indent="0">
              <a:buNone/>
            </a:pPr>
            <a:r>
              <a:rPr sz="1300" b="0">
                <a:solidFill>
                  <a:schemeClr val="bg2"/>
                </a:solidFill>
              </a:rPr>
              <a:t>Clean up storage &amp; access</a:t>
            </a:r>
          </a:p>
        </p:txBody>
      </p:sp>
      <p:sp>
        <p:nvSpPr>
          <p:cNvPr id="7" name="Number"/>
          <p:cNvSpPr/>
          <p:nvPr/>
        </p:nvSpPr>
        <p:spPr>
          <a:xfrm>
            <a:off x="43891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2</a:t>
            </a:r>
          </a:p>
        </p:txBody>
      </p:sp>
      <p:sp>
        <p:nvSpPr>
          <p:cNvPr id="8" name="Step label"/>
          <p:cNvSpPr txBox="1"/>
          <p:nvPr/>
        </p:nvSpPr>
        <p:spPr>
          <a:xfrm>
            <a:off x="3840480" y="4892040"/>
            <a:ext cx="1554480" cy="548640"/>
          </a:xfrm>
          <a:prstGeom prst="rect">
            <a:avLst/>
          </a:prstGeom>
          <a:noFill/>
        </p:spPr>
        <p:txBody>
          <a:bodyPr wrap="square" lIns="0" rIns="0" tIns="0" bIns="0" anchor="t">
            <a:spAutoFit/>
          </a:bodyPr>
          <a:lstStyle/>
          <a:p>
            <a:pPr algn="ctr" marL="0" indent="0">
              <a:buNone/>
            </a:pPr>
            <a:r>
              <a:rPr sz="1300" b="0">
                <a:solidFill>
                  <a:schemeClr val="bg2"/>
                </a:solidFill>
              </a:rPr>
              <a:t>Plan your exit path</a:t>
            </a:r>
          </a:p>
        </p:txBody>
      </p:sp>
      <p:sp>
        <p:nvSpPr>
          <p:cNvPr id="9" name="Number"/>
          <p:cNvSpPr/>
          <p:nvPr/>
        </p:nvSpPr>
        <p:spPr>
          <a:xfrm>
            <a:off x="8046720" y="43434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3</a:t>
            </a:r>
          </a:p>
        </p:txBody>
      </p:sp>
      <p:sp>
        <p:nvSpPr>
          <p:cNvPr id="10" name="Step label"/>
          <p:cNvSpPr txBox="1"/>
          <p:nvPr/>
        </p:nvSpPr>
        <p:spPr>
          <a:xfrm>
            <a:off x="7498080" y="4892040"/>
            <a:ext cx="1554480" cy="548640"/>
          </a:xfrm>
          <a:prstGeom prst="rect">
            <a:avLst/>
          </a:prstGeom>
          <a:noFill/>
        </p:spPr>
        <p:txBody>
          <a:bodyPr wrap="square" lIns="0" rIns="0" tIns="0" bIns="0" anchor="t">
            <a:spAutoFit/>
          </a:bodyPr>
          <a:lstStyle/>
          <a:p>
            <a:pPr algn="ctr" marL="0" indent="0">
              <a:buNone/>
            </a:pPr>
            <a:r>
              <a:rPr sz="1300" b="0">
                <a:solidFill>
                  <a:schemeClr val="bg2"/>
                </a:solidFill>
              </a:rPr>
              <a:t>Complete the survey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Why We're Here: Preparing Every Workspace for Life After SAS</a:t>
            </a:r>
          </a:p>
        </p:txBody>
      </p:sp>
      <p:sp>
        <p:nvSpPr>
          <p:cNvPr id="3" name="Section tag"/>
          <p:cNvSpPr/>
          <p:nvPr/>
        </p:nvSpPr>
        <p:spPr>
          <a:xfrm>
            <a:off x="548640" y="274320"/>
            <a:ext cx="915314" cy="27432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SUMMARY</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49808" y="1600200"/>
            <a:ext cx="1417320" cy="822960"/>
          </a:xfrm>
          <a:prstGeom prst="rect">
            <a:avLst/>
          </a:prstGeom>
          <a:noFill/>
        </p:spPr>
        <p:txBody>
          <a:bodyPr wrap="square" lIns="0" rIns="0" tIns="0" bIns="0" anchor="ctr">
            <a:spAutoFit/>
          </a:bodyPr>
          <a:lstStyle/>
          <a:p>
            <a:pPr marL="0" indent="0">
              <a:buNone/>
            </a:pPr>
            <a:r>
              <a:rPr sz="1500" b="1">
                <a:solidFill>
                  <a:schemeClr val="accent1"/>
                </a:solidFill>
              </a:rPr>
              <a:t>The Goal</a:t>
            </a:r>
          </a:p>
        </p:txBody>
      </p:sp>
      <p:sp>
        <p:nvSpPr>
          <p:cNvPr id="28" name="Text"/>
          <p:cNvSpPr txBox="1"/>
          <p:nvPr/>
        </p:nvSpPr>
        <p:spPr>
          <a:xfrm>
            <a:off x="2240280" y="1600200"/>
            <a:ext cx="5440680" cy="822960"/>
          </a:xfrm>
          <a:prstGeom prst="rect">
            <a:avLst/>
          </a:prstGeom>
          <a:noFill/>
        </p:spPr>
        <p:txBody>
          <a:bodyPr wrap="square" lIns="0" rIns="0" tIns="0" bIns="0" anchor="ctr">
            <a:spAutoFit/>
          </a:bodyPr>
          <a:lstStyle/>
          <a:p>
            <a:pPr marL="0" indent="0">
              <a:buNone/>
            </a:pPr>
            <a:r>
              <a:rPr sz="1300" b="0">
                <a:solidFill>
                  <a:schemeClr val="tx1"/>
                </a:solidFill>
              </a:rPr>
              <a:t>Long term, the bank is migrating away from SAS, enterprise-wide.</a:t>
            </a:r>
          </a:p>
        </p:txBody>
      </p:sp>
      <p:sp>
        <p:nvSpPr>
          <p:cNvPr id="29" name="Card"/>
          <p:cNvSpPr/>
          <p:nvPr/>
        </p:nvSpPr>
        <p:spPr>
          <a:xfrm>
            <a:off x="548640" y="25146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p:cNvSpPr txBox="1"/>
          <p:nvPr/>
        </p:nvSpPr>
        <p:spPr>
          <a:xfrm>
            <a:off x="749808" y="2514600"/>
            <a:ext cx="1417320" cy="822960"/>
          </a:xfrm>
          <a:prstGeom prst="rect">
            <a:avLst/>
          </a:prstGeom>
          <a:noFill/>
        </p:spPr>
        <p:txBody>
          <a:bodyPr wrap="square" lIns="0" rIns="0" tIns="0" bIns="0" anchor="ctr">
            <a:spAutoFit/>
          </a:bodyPr>
          <a:lstStyle/>
          <a:p>
            <a:pPr marL="0" indent="0">
              <a:buNone/>
            </a:pPr>
            <a:r>
              <a:rPr sz="1500" b="1">
                <a:solidFill>
                  <a:schemeClr val="accent1"/>
                </a:solidFill>
              </a:rPr>
              <a:t>Right Now</a:t>
            </a:r>
          </a:p>
        </p:txBody>
      </p:sp>
      <p:sp>
        <p:nvSpPr>
          <p:cNvPr id="31" name="Text"/>
          <p:cNvSpPr txBox="1"/>
          <p:nvPr/>
        </p:nvSpPr>
        <p:spPr>
          <a:xfrm>
            <a:off x="2240280" y="2514600"/>
            <a:ext cx="5440680" cy="822960"/>
          </a:xfrm>
          <a:prstGeom prst="rect">
            <a:avLst/>
          </a:prstGeom>
          <a:noFill/>
        </p:spPr>
        <p:txBody>
          <a:bodyPr wrap="square" lIns="0" rIns="0" tIns="0" bIns="0" anchor="ctr">
            <a:spAutoFit/>
          </a:bodyPr>
          <a:lstStyle/>
          <a:p>
            <a:pPr marL="0" indent="0">
              <a:buNone/>
            </a:pPr>
            <a:r>
              <a:rPr sz="1300" b="1">
                <a:solidFill>
                  <a:schemeClr val="tx1"/>
                </a:solidFill>
              </a:rPr>
              <a:t>Two short-term priorities: </a:t>
            </a:r>
            <a:r>
              <a:rPr sz="1300" b="0">
                <a:solidFill>
                  <a:schemeClr val="tx1"/>
                </a:solidFill>
              </a:rPr>
              <a:t>clean up storage and access, and build an exit readiness path for every workspace.</a:t>
            </a:r>
          </a:p>
        </p:txBody>
      </p:sp>
      <p:sp>
        <p:nvSpPr>
          <p:cNvPr id="32" name="Card"/>
          <p:cNvSpPr/>
          <p:nvPr/>
        </p:nvSpPr>
        <p:spPr>
          <a:xfrm>
            <a:off x="548640" y="34290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p:cNvSpPr txBox="1"/>
          <p:nvPr/>
        </p:nvSpPr>
        <p:spPr>
          <a:xfrm>
            <a:off x="749808" y="3429000"/>
            <a:ext cx="1417320" cy="822960"/>
          </a:xfrm>
          <a:prstGeom prst="rect">
            <a:avLst/>
          </a:prstGeom>
          <a:noFill/>
        </p:spPr>
        <p:txBody>
          <a:bodyPr wrap="square" lIns="0" rIns="0" tIns="0" bIns="0" anchor="ctr">
            <a:spAutoFit/>
          </a:bodyPr>
          <a:lstStyle/>
          <a:p>
            <a:pPr marL="0" indent="0">
              <a:buNone/>
            </a:pPr>
            <a:r>
              <a:rPr sz="1500" b="1">
                <a:solidFill>
                  <a:schemeClr val="accent2"/>
                </a:solidFill>
              </a:rPr>
              <a:t>Your Role</a:t>
            </a:r>
          </a:p>
        </p:txBody>
      </p:sp>
      <p:sp>
        <p:nvSpPr>
          <p:cNvPr id="34" name="Text"/>
          <p:cNvSpPr txBox="1"/>
          <p:nvPr/>
        </p:nvSpPr>
        <p:spPr>
          <a:xfrm>
            <a:off x="2240280" y="3429000"/>
            <a:ext cx="5440680" cy="822960"/>
          </a:xfrm>
          <a:prstGeom prst="rect">
            <a:avLst/>
          </a:prstGeom>
          <a:noFill/>
        </p:spPr>
        <p:txBody>
          <a:bodyPr wrap="square" lIns="0" rIns="0" tIns="0" bIns="0" anchor="ctr">
            <a:spAutoFit/>
          </a:bodyPr>
          <a:lstStyle/>
          <a:p>
            <a:pPr marL="0" indent="0">
              <a:buNone/>
            </a:pPr>
            <a:r>
              <a:rPr sz="1300" b="0">
                <a:solidFill>
                  <a:schemeClr val="tx1"/>
                </a:solidFill>
              </a:rPr>
              <a:t>You own one workspace. Tell us who uses it, why, what depends on it, and how it will exit SAS.</a:t>
            </a:r>
          </a:p>
        </p:txBody>
      </p:sp>
      <p:sp>
        <p:nvSpPr>
          <p:cNvPr id="35" name="Card"/>
          <p:cNvSpPr/>
          <p:nvPr/>
        </p:nvSpPr>
        <p:spPr>
          <a:xfrm>
            <a:off x="548640" y="43434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p:cNvSpPr txBox="1"/>
          <p:nvPr/>
        </p:nvSpPr>
        <p:spPr>
          <a:xfrm>
            <a:off x="749808" y="4343400"/>
            <a:ext cx="1417320" cy="822960"/>
          </a:xfrm>
          <a:prstGeom prst="rect">
            <a:avLst/>
          </a:prstGeom>
          <a:noFill/>
        </p:spPr>
        <p:txBody>
          <a:bodyPr wrap="square" lIns="0" rIns="0" tIns="0" bIns="0" anchor="ctr">
            <a:spAutoFit/>
          </a:bodyPr>
          <a:lstStyle/>
          <a:p>
            <a:pPr marL="0" indent="0">
              <a:buNone/>
            </a:pPr>
            <a:r>
              <a:rPr sz="1500" b="1">
                <a:solidFill>
                  <a:schemeClr val="accent1"/>
                </a:solidFill>
              </a:rPr>
              <a:t>BDL's Role</a:t>
            </a:r>
          </a:p>
        </p:txBody>
      </p:sp>
      <p:sp>
        <p:nvSpPr>
          <p:cNvPr id="37" name="Text"/>
          <p:cNvSpPr txBox="1"/>
          <p:nvPr/>
        </p:nvSpPr>
        <p:spPr>
          <a:xfrm>
            <a:off x="2240280" y="4343400"/>
            <a:ext cx="5440680" cy="822960"/>
          </a:xfrm>
          <a:prstGeom prst="rect">
            <a:avLst/>
          </a:prstGeom>
          <a:noFill/>
        </p:spPr>
        <p:txBody>
          <a:bodyPr wrap="square" lIns="0" rIns="0" tIns="0" bIns="0" anchor="ctr">
            <a:spAutoFit/>
          </a:bodyPr>
          <a:lstStyle/>
          <a:p>
            <a:pPr marL="0" indent="0">
              <a:buNone/>
            </a:pPr>
            <a:r>
              <a:rPr sz="1300" b="0">
                <a:solidFill>
                  <a:schemeClr val="tx1"/>
                </a:solidFill>
              </a:rPr>
              <a:t>Assess criticality, dependencies, and controls from your answers, and help build exit paths where none exist.</a:t>
            </a:r>
          </a:p>
        </p:txBody>
      </p:sp>
      <p:sp>
        <p:nvSpPr>
          <p:cNvPr id="38" name="Card"/>
          <p:cNvSpPr/>
          <p:nvPr/>
        </p:nvSpPr>
        <p:spPr>
          <a:xfrm>
            <a:off x="548640" y="5257800"/>
            <a:ext cx="7269480" cy="8229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p:cNvSpPr txBox="1"/>
          <p:nvPr/>
        </p:nvSpPr>
        <p:spPr>
          <a:xfrm>
            <a:off x="749808" y="5257800"/>
            <a:ext cx="1417320" cy="822960"/>
          </a:xfrm>
          <a:prstGeom prst="rect">
            <a:avLst/>
          </a:prstGeom>
          <a:noFill/>
        </p:spPr>
        <p:txBody>
          <a:bodyPr wrap="square" lIns="0" rIns="0" tIns="0" bIns="0" anchor="ctr">
            <a:spAutoFit/>
          </a:bodyPr>
          <a:lstStyle/>
          <a:p>
            <a:pPr marL="0" indent="0">
              <a:buNone/>
            </a:pPr>
            <a:r>
              <a:rPr sz="1500" b="1">
                <a:solidFill>
                  <a:schemeClr val="accent1"/>
                </a:solidFill>
              </a:rPr>
              <a:t>Next Step</a:t>
            </a:r>
          </a:p>
        </p:txBody>
      </p:sp>
      <p:sp>
        <p:nvSpPr>
          <p:cNvPr id="40" name="Text"/>
          <p:cNvSpPr txBox="1"/>
          <p:nvPr/>
        </p:nvSpPr>
        <p:spPr>
          <a:xfrm>
            <a:off x="2240280" y="5257800"/>
            <a:ext cx="5440680" cy="822960"/>
          </a:xfrm>
          <a:prstGeom prst="rect">
            <a:avLst/>
          </a:prstGeom>
          <a:noFill/>
        </p:spPr>
        <p:txBody>
          <a:bodyPr wrap="square" lIns="0" rIns="0" tIns="0" bIns="0" anchor="ctr">
            <a:spAutoFit/>
          </a:bodyPr>
          <a:lstStyle/>
          <a:p>
            <a:pPr marL="0" indent="0">
              <a:buNone/>
            </a:pPr>
            <a:r>
              <a:rPr sz="1300" b="0">
                <a:solidFill>
                  <a:schemeClr val="tx1"/>
                </a:solidFill>
              </a:rPr>
              <a:t>BDL sends each workspace owner a short SharePoint survey after this call.</a:t>
            </a:r>
          </a:p>
        </p:txBody>
      </p:sp>
      <p:sp>
        <p:nvSpPr>
          <p:cNvPr id="41" name="Eyebrow"/>
          <p:cNvSpPr txBox="1"/>
          <p:nvPr/>
        </p:nvSpPr>
        <p:spPr>
          <a:xfrm>
            <a:off x="8138160" y="1600200"/>
            <a:ext cx="3502152" cy="237744"/>
          </a:xfrm>
          <a:prstGeom prst="rect">
            <a:avLst/>
          </a:prstGeom>
          <a:noFill/>
        </p:spPr>
        <p:txBody>
          <a:bodyPr wrap="square" lIns="0" rIns="0" tIns="0" bIns="0" anchor="t">
            <a:spAutoFit/>
          </a:bodyPr>
          <a:lstStyle/>
          <a:p>
            <a:pPr marL="0" indent="0">
              <a:buNone/>
            </a:pPr>
            <a:r>
              <a:rPr sz="1100" b="1" spc="100">
                <a:solidFill>
                  <a:schemeClr val="tx2"/>
                </a:solidFill>
              </a:rPr>
              <a:t>TWO PRIORITIES TODAY</a:t>
            </a:r>
          </a:p>
        </p:txBody>
      </p:sp>
      <p:sp>
        <p:nvSpPr>
          <p:cNvPr id="42" name="Card"/>
          <p:cNvSpPr/>
          <p:nvPr/>
        </p:nvSpPr>
        <p:spPr>
          <a:xfrm>
            <a:off x="8138160" y="1920240"/>
            <a:ext cx="3502152" cy="1938528"/>
          </a:xfrm>
          <a:prstGeom prst="roundRect">
            <a:avLst>
              <a:gd name="adj" fmla="val 8000"/>
            </a:avLst>
          </a:prstGeom>
          <a:solidFill>
            <a:schemeClr val="accent2">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p:cNvSpPr txBox="1"/>
          <p:nvPr/>
        </p:nvSpPr>
        <p:spPr>
          <a:xfrm>
            <a:off x="8339327" y="2057400"/>
            <a:ext cx="1463040" cy="274320"/>
          </a:xfrm>
          <a:prstGeom prst="rect">
            <a:avLst/>
          </a:prstGeom>
          <a:noFill/>
        </p:spPr>
        <p:txBody>
          <a:bodyPr wrap="square" lIns="0" rIns="0" tIns="0" bIns="0" anchor="t">
            <a:spAutoFit/>
          </a:bodyPr>
          <a:lstStyle/>
          <a:p>
            <a:pPr marL="0" indent="0">
              <a:buNone/>
            </a:pPr>
            <a:r>
              <a:rPr sz="1100" b="1" spc="100">
                <a:solidFill>
                  <a:schemeClr val="accent2"/>
                </a:solidFill>
              </a:rPr>
              <a:t>PRIORITY 1</a:t>
            </a:r>
          </a:p>
        </p:txBody>
      </p:sp>
      <p:sp>
        <p:nvSpPr>
          <p:cNvPr id="44" name="Text"/>
          <p:cNvSpPr txBox="1"/>
          <p:nvPr/>
        </p:nvSpPr>
        <p:spPr>
          <a:xfrm>
            <a:off x="8339327" y="2395728"/>
            <a:ext cx="3108960" cy="365760"/>
          </a:xfrm>
          <a:prstGeom prst="rect">
            <a:avLst/>
          </a:prstGeom>
          <a:noFill/>
        </p:spPr>
        <p:txBody>
          <a:bodyPr wrap="square" lIns="0" rIns="0" tIns="0" bIns="0" anchor="t">
            <a:spAutoFit/>
          </a:bodyPr>
          <a:lstStyle/>
          <a:p>
            <a:pPr marL="0" indent="0">
              <a:buNone/>
            </a:pPr>
            <a:r>
              <a:rPr sz="1600" b="1">
                <a:solidFill>
                  <a:schemeClr val="tx1"/>
                </a:solidFill>
              </a:rPr>
              <a:t>Storage &amp; Access Cleanup</a:t>
            </a:r>
          </a:p>
        </p:txBody>
      </p:sp>
      <p:sp>
        <p:nvSpPr>
          <p:cNvPr id="45" name="Text"/>
          <p:cNvSpPr txBox="1"/>
          <p:nvPr/>
        </p:nvSpPr>
        <p:spPr>
          <a:xfrm>
            <a:off x="8339327" y="2816352"/>
            <a:ext cx="3108960" cy="960120"/>
          </a:xfrm>
          <a:prstGeom prst="rect">
            <a:avLst/>
          </a:prstGeom>
          <a:noFill/>
        </p:spPr>
        <p:txBody>
          <a:bodyPr wrap="square" lIns="0" rIns="0" tIns="0" bIns="0" anchor="t">
            <a:spAutoFit/>
          </a:bodyPr>
          <a:lstStyle/>
          <a:p>
            <a:pPr marL="0" indent="0">
              <a:buNone/>
            </a:pPr>
            <a:r>
              <a:rPr sz="1200" b="0">
                <a:solidFill>
                  <a:schemeClr val="tx1"/>
                </a:solidFill>
              </a:rPr>
              <a:t>Validate low usage, consolidate allocations, and confirm the impact of the bulk removal under way.</a:t>
            </a:r>
          </a:p>
        </p:txBody>
      </p:sp>
      <p:sp>
        <p:nvSpPr>
          <p:cNvPr id="46" name="Card"/>
          <p:cNvSpPr/>
          <p:nvPr/>
        </p:nvSpPr>
        <p:spPr>
          <a:xfrm>
            <a:off x="8138160" y="3995928"/>
            <a:ext cx="3502152" cy="1938528"/>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p:cNvSpPr txBox="1"/>
          <p:nvPr/>
        </p:nvSpPr>
        <p:spPr>
          <a:xfrm>
            <a:off x="8339327" y="4133088"/>
            <a:ext cx="1463040" cy="274320"/>
          </a:xfrm>
          <a:prstGeom prst="rect">
            <a:avLst/>
          </a:prstGeom>
          <a:noFill/>
        </p:spPr>
        <p:txBody>
          <a:bodyPr wrap="square" lIns="0" rIns="0" tIns="0" bIns="0" anchor="t">
            <a:spAutoFit/>
          </a:bodyPr>
          <a:lstStyle/>
          <a:p>
            <a:pPr marL="0" indent="0">
              <a:buNone/>
            </a:pPr>
            <a:r>
              <a:rPr sz="1100" b="1" spc="100">
                <a:solidFill>
                  <a:schemeClr val="accent3"/>
                </a:solidFill>
              </a:rPr>
              <a:t>PRIORITY 2</a:t>
            </a:r>
          </a:p>
        </p:txBody>
      </p:sp>
      <p:sp>
        <p:nvSpPr>
          <p:cNvPr id="48" name="Status chip"/>
          <p:cNvSpPr/>
          <p:nvPr/>
        </p:nvSpPr>
        <p:spPr>
          <a:xfrm>
            <a:off x="10113264" y="4105656"/>
            <a:ext cx="1325880" cy="27432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More important</a:t>
            </a:r>
          </a:p>
        </p:txBody>
      </p:sp>
      <p:sp>
        <p:nvSpPr>
          <p:cNvPr id="49" name="Text"/>
          <p:cNvSpPr txBox="1"/>
          <p:nvPr/>
        </p:nvSpPr>
        <p:spPr>
          <a:xfrm>
            <a:off x="8339327" y="4471416"/>
            <a:ext cx="3108960" cy="365760"/>
          </a:xfrm>
          <a:prstGeom prst="rect">
            <a:avLst/>
          </a:prstGeom>
          <a:noFill/>
        </p:spPr>
        <p:txBody>
          <a:bodyPr wrap="square" lIns="0" rIns="0" tIns="0" bIns="0" anchor="t">
            <a:spAutoFit/>
          </a:bodyPr>
          <a:lstStyle/>
          <a:p>
            <a:pPr marL="0" indent="0">
              <a:buNone/>
            </a:pPr>
            <a:r>
              <a:rPr sz="1600" b="1">
                <a:solidFill>
                  <a:schemeClr val="tx1"/>
                </a:solidFill>
              </a:rPr>
              <a:t>Exit Readiness Path</a:t>
            </a:r>
          </a:p>
        </p:txBody>
      </p:sp>
      <p:sp>
        <p:nvSpPr>
          <p:cNvPr id="50" name="Text"/>
          <p:cNvSpPr txBox="1"/>
          <p:nvPr/>
        </p:nvSpPr>
        <p:spPr>
          <a:xfrm>
            <a:off x="8339327" y="4892040"/>
            <a:ext cx="3108960" cy="960120"/>
          </a:xfrm>
          <a:prstGeom prst="rect">
            <a:avLst/>
          </a:prstGeom>
          <a:noFill/>
        </p:spPr>
        <p:txBody>
          <a:bodyPr wrap="square" lIns="0" rIns="0" tIns="0" bIns="0" anchor="t">
            <a:spAutoFit/>
          </a:bodyPr>
          <a:lstStyle/>
          <a:p>
            <a:pPr marL="0" indent="0">
              <a:buNone/>
            </a:pPr>
            <a:r>
              <a:rPr sz="1200" b="0">
                <a:solidFill>
                  <a:schemeClr val="tx1"/>
                </a:solidFill>
              </a:rPr>
              <a:t>Who uses each workspace, what depends on it, and how and when it exits SAS.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One Long-Term Goal, Two Short-Term Priorities</a:t>
            </a:r>
          </a:p>
        </p:txBody>
      </p:sp>
      <p:sp>
        <p:nvSpPr>
          <p:cNvPr id="3" name="Section tag"/>
          <p:cNvSpPr/>
          <p:nvPr/>
        </p:nvSpPr>
        <p:spPr>
          <a:xfrm>
            <a:off x="548640" y="274320"/>
            <a:ext cx="1446580" cy="274320"/>
          </a:xfrm>
          <a:prstGeom prst="roundRect">
            <a:avLst>
              <a:gd name="adj" fmla="val 50000"/>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THE INITIATIVE</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11091672" cy="91440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p:cNvSpPr txBox="1"/>
          <p:nvPr/>
        </p:nvSpPr>
        <p:spPr>
          <a:xfrm>
            <a:off x="777240" y="1600200"/>
            <a:ext cx="10607040" cy="914400"/>
          </a:xfrm>
          <a:prstGeom prst="rect">
            <a:avLst/>
          </a:prstGeom>
          <a:noFill/>
        </p:spPr>
        <p:txBody>
          <a:bodyPr wrap="square" lIns="0" rIns="0" tIns="0" bIns="0" anchor="ctr">
            <a:spAutoFit/>
          </a:bodyPr>
          <a:lstStyle/>
          <a:p>
            <a:pPr marL="0" indent="0">
              <a:buNone/>
            </a:pPr>
            <a:r>
              <a:rPr sz="1100" b="1" spc="100">
                <a:solidFill>
                  <a:schemeClr val="accent3"/>
                </a:solidFill>
              </a:rPr>
              <a:t>LONG-TERM GOAL</a:t>
            </a:r>
          </a:p>
          <a:p>
            <a:pPr marL="0" indent="0">
              <a:buNone/>
            </a:pPr>
            <a:r>
              <a:rPr sz="2000" b="1">
                <a:solidFill>
                  <a:schemeClr val="bg1"/>
                </a:solidFill>
              </a:rPr>
              <a:t>Migrate away from SAS, enterprise-wide</a:t>
            </a:r>
          </a:p>
        </p:txBody>
      </p:sp>
      <p:cxnSp>
        <p:nvCxnSpPr>
          <p:cNvPr id="28" name="Connector 27"/>
          <p:cNvCxnSpPr/>
          <p:nvPr/>
        </p:nvCxnSpPr>
        <p:spPr>
          <a:xfrm>
            <a:off x="3273552" y="2514600"/>
            <a:ext cx="0" cy="32004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924544" y="2514600"/>
            <a:ext cx="0" cy="32004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Card"/>
          <p:cNvSpPr/>
          <p:nvPr/>
        </p:nvSpPr>
        <p:spPr>
          <a:xfrm>
            <a:off x="548640" y="2880360"/>
            <a:ext cx="5440680" cy="8686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p:cNvSpPr txBox="1"/>
          <p:nvPr/>
        </p:nvSpPr>
        <p:spPr>
          <a:xfrm>
            <a:off x="777240" y="2880360"/>
            <a:ext cx="5029200" cy="868680"/>
          </a:xfrm>
          <a:prstGeom prst="rect">
            <a:avLst/>
          </a:prstGeom>
          <a:noFill/>
        </p:spPr>
        <p:txBody>
          <a:bodyPr wrap="square" lIns="0" rIns="0" tIns="0" bIns="0" anchor="ctr">
            <a:spAutoFit/>
          </a:bodyPr>
          <a:lstStyle/>
          <a:p>
            <a:pPr marL="0" indent="0">
              <a:buNone/>
            </a:pPr>
            <a:r>
              <a:rPr sz="1100" b="1" spc="100">
                <a:solidFill>
                  <a:schemeClr val="bg2"/>
                </a:solidFill>
              </a:rPr>
              <a:t>PRIORITY 1 · UNDER WAY</a:t>
            </a:r>
          </a:p>
          <a:p>
            <a:pPr marL="0" indent="0">
              <a:buNone/>
            </a:pPr>
            <a:r>
              <a:rPr sz="1800" b="1">
                <a:solidFill>
                  <a:schemeClr val="bg1"/>
                </a:solidFill>
              </a:rPr>
              <a:t>Storage &amp; Access Cleanup</a:t>
            </a:r>
          </a:p>
        </p:txBody>
      </p:sp>
      <p:sp>
        <p:nvSpPr>
          <p:cNvPr id="32" name="Card"/>
          <p:cNvSpPr/>
          <p:nvPr/>
        </p:nvSpPr>
        <p:spPr>
          <a:xfrm>
            <a:off x="548640" y="3840480"/>
            <a:ext cx="544068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p:cNvSpPr txBox="1"/>
          <p:nvPr/>
        </p:nvSpPr>
        <p:spPr>
          <a:xfrm>
            <a:off x="777240" y="4005072"/>
            <a:ext cx="5029200" cy="1371600"/>
          </a:xfrm>
          <a:prstGeom prst="rect">
            <a:avLst/>
          </a:prstGeom>
          <a:noFill/>
        </p:spPr>
        <p:txBody>
          <a:bodyPr wrap="square" lIns="0" rIns="0" tIns="0" bIns="0" anchor="t">
            <a:spAutoFit/>
          </a:bodyPr>
          <a:lstStyle/>
          <a:p>
            <a:pPr marL="177800" indent="-177800">
              <a:spcAft>
                <a:spcPts val="300"/>
              </a:spcAft>
              <a:buSzPct val="100000"/>
              <a:buChar char="•"/>
            </a:pPr>
            <a:r>
              <a:rPr sz="1400" b="0">
                <a:solidFill>
                  <a:schemeClr val="tx1"/>
                </a:solidFill>
              </a:rPr>
              <a:t>Validate low usage</a:t>
            </a:r>
          </a:p>
          <a:p>
            <a:pPr marL="177800" indent="-177800">
              <a:spcAft>
                <a:spcPts val="300"/>
              </a:spcAft>
              <a:buSzPct val="100000"/>
              <a:buChar char="•"/>
            </a:pPr>
            <a:r>
              <a:rPr sz="1400" b="0">
                <a:solidFill>
                  <a:schemeClr val="tx1"/>
                </a:solidFill>
              </a:rPr>
              <a:t>Consolidate allocations where we can</a:t>
            </a:r>
          </a:p>
          <a:p>
            <a:pPr marL="177800" indent="-177800">
              <a:spcAft>
                <a:spcPts val="300"/>
              </a:spcAft>
              <a:buSzPct val="100000"/>
              <a:buChar char="•"/>
            </a:pPr>
            <a:r>
              <a:rPr sz="1400" b="0">
                <a:solidFill>
                  <a:schemeClr val="tx1"/>
                </a:solidFill>
              </a:rPr>
              <a:t>A bulk removal process is running now</a:t>
            </a:r>
          </a:p>
          <a:p>
            <a:pPr marL="177800" indent="-177800">
              <a:spcAft>
                <a:spcPts val="300"/>
              </a:spcAft>
              <a:buSzPct val="100000"/>
              <a:buChar char="•"/>
            </a:pPr>
            <a:r>
              <a:rPr sz="1400" b="0">
                <a:solidFill>
                  <a:schemeClr val="tx1"/>
                </a:solidFill>
              </a:rPr>
              <a:t>Confirm the de-allocation and billing impact</a:t>
            </a:r>
          </a:p>
        </p:txBody>
      </p:sp>
      <p:sp>
        <p:nvSpPr>
          <p:cNvPr id="34" name="Card"/>
          <p:cNvSpPr/>
          <p:nvPr/>
        </p:nvSpPr>
        <p:spPr>
          <a:xfrm>
            <a:off x="6199631" y="2880360"/>
            <a:ext cx="5440680" cy="868680"/>
          </a:xfrm>
          <a:prstGeom prst="roundRect">
            <a:avLst>
              <a:gd name="adj" fmla="val 8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p:cNvSpPr txBox="1"/>
          <p:nvPr/>
        </p:nvSpPr>
        <p:spPr>
          <a:xfrm>
            <a:off x="6428231" y="2880360"/>
            <a:ext cx="5029200" cy="868680"/>
          </a:xfrm>
          <a:prstGeom prst="rect">
            <a:avLst/>
          </a:prstGeom>
          <a:noFill/>
        </p:spPr>
        <p:txBody>
          <a:bodyPr wrap="square" lIns="0" rIns="0" tIns="0" bIns="0" anchor="ctr">
            <a:spAutoFit/>
          </a:bodyPr>
          <a:lstStyle/>
          <a:p>
            <a:pPr marL="0" indent="0">
              <a:buNone/>
            </a:pPr>
            <a:r>
              <a:rPr sz="1100" b="1" spc="100">
                <a:solidFill>
                  <a:schemeClr val="bg2"/>
                </a:solidFill>
              </a:rPr>
              <a:t>PRIORITY 2 · MORE IMPORTANT</a:t>
            </a:r>
          </a:p>
          <a:p>
            <a:pPr marL="0" indent="0">
              <a:buNone/>
            </a:pPr>
            <a:r>
              <a:rPr sz="1800" b="1">
                <a:solidFill>
                  <a:schemeClr val="bg1"/>
                </a:solidFill>
              </a:rPr>
              <a:t>Exit Readiness Path</a:t>
            </a:r>
          </a:p>
        </p:txBody>
      </p:sp>
      <p:sp>
        <p:nvSpPr>
          <p:cNvPr id="36" name="Card"/>
          <p:cNvSpPr/>
          <p:nvPr/>
        </p:nvSpPr>
        <p:spPr>
          <a:xfrm>
            <a:off x="6199631" y="3840480"/>
            <a:ext cx="5440680" cy="1600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p:cNvSpPr txBox="1"/>
          <p:nvPr/>
        </p:nvSpPr>
        <p:spPr>
          <a:xfrm>
            <a:off x="6428231" y="4005072"/>
            <a:ext cx="5029200" cy="1371600"/>
          </a:xfrm>
          <a:prstGeom prst="rect">
            <a:avLst/>
          </a:prstGeom>
          <a:noFill/>
        </p:spPr>
        <p:txBody>
          <a:bodyPr wrap="square" lIns="0" rIns="0" tIns="0" bIns="0" anchor="t">
            <a:spAutoFit/>
          </a:bodyPr>
          <a:lstStyle/>
          <a:p>
            <a:pPr marL="177800" indent="-177800">
              <a:spcAft>
                <a:spcPts val="300"/>
              </a:spcAft>
              <a:buSzPct val="100000"/>
              <a:buChar char="•"/>
            </a:pPr>
            <a:r>
              <a:rPr sz="1400" b="0">
                <a:solidFill>
                  <a:schemeClr val="tx1"/>
                </a:solidFill>
              </a:rPr>
              <a:t>Who uses each workspace, and for what purpose</a:t>
            </a:r>
          </a:p>
          <a:p>
            <a:pPr marL="177800" indent="-177800">
              <a:spcAft>
                <a:spcPts val="300"/>
              </a:spcAft>
              <a:buSzPct val="100000"/>
              <a:buChar char="•"/>
            </a:pPr>
            <a:r>
              <a:rPr sz="1400" b="0">
                <a:solidFill>
                  <a:schemeClr val="tx1"/>
                </a:solidFill>
              </a:rPr>
              <a:t>Use case dependencies, such as regulatory reports and models</a:t>
            </a:r>
          </a:p>
          <a:p>
            <a:pPr marL="177800" indent="-177800">
              <a:spcAft>
                <a:spcPts val="300"/>
              </a:spcAft>
              <a:buSzPct val="100000"/>
              <a:buChar char="•"/>
            </a:pPr>
            <a:r>
              <a:rPr sz="1400" b="0">
                <a:solidFill>
                  <a:schemeClr val="tx1"/>
                </a:solidFill>
              </a:rPr>
              <a:t>Whether an exit path and target date already exist</a:t>
            </a:r>
          </a:p>
          <a:p>
            <a:pPr marL="177800" indent="-177800">
              <a:spcAft>
                <a:spcPts val="300"/>
              </a:spcAft>
              <a:buSzPct val="100000"/>
              <a:buChar char="•"/>
            </a:pPr>
            <a:r>
              <a:rPr sz="1400" b="0">
                <a:solidFill>
                  <a:schemeClr val="tx1"/>
                </a:solidFill>
              </a:rPr>
              <a:t>If not, BDL helps create one</a:t>
            </a:r>
          </a:p>
        </p:txBody>
      </p:sp>
      <p:sp>
        <p:nvSpPr>
          <p:cNvPr id="38" name="Card"/>
          <p:cNvSpPr/>
          <p:nvPr/>
        </p:nvSpPr>
        <p:spPr>
          <a:xfrm>
            <a:off x="548640" y="5577840"/>
            <a:ext cx="11091672" cy="5943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p:cNvSpPr txBox="1"/>
          <p:nvPr/>
        </p:nvSpPr>
        <p:spPr>
          <a:xfrm>
            <a:off x="777240" y="5577840"/>
            <a:ext cx="10607040" cy="594360"/>
          </a:xfrm>
          <a:prstGeom prst="rect">
            <a:avLst/>
          </a:prstGeom>
          <a:noFill/>
        </p:spPr>
        <p:txBody>
          <a:bodyPr wrap="square" lIns="0" rIns="0" tIns="0" bIns="0" anchor="ctr">
            <a:spAutoFit/>
          </a:bodyPr>
          <a:lstStyle/>
          <a:p>
            <a:pPr marL="0" indent="0">
              <a:buNone/>
            </a:pPr>
            <a:r>
              <a:rPr sz="1300" b="1">
                <a:solidFill>
                  <a:schemeClr val="accent1"/>
                </a:solidFill>
              </a:rPr>
              <a:t>Why it matters: </a:t>
            </a:r>
            <a:r>
              <a:rPr sz="1300" b="0">
                <a:solidFill>
                  <a:schemeClr val="tx1"/>
                </a:solidFill>
              </a:rPr>
              <a:t>cleanup lowers what we hold today; exit readiness makes sure nothing downstream breaks when SAS goes away.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Priority 1: Clean Up Storage and Access</a:t>
            </a:r>
          </a:p>
        </p:txBody>
      </p:sp>
      <p:sp>
        <p:nvSpPr>
          <p:cNvPr id="3" name="Section tag"/>
          <p:cNvSpPr/>
          <p:nvPr/>
        </p:nvSpPr>
        <p:spPr>
          <a:xfrm>
            <a:off x="548640" y="274320"/>
            <a:ext cx="3192170" cy="27432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PRIORITY 1 · STORAGE &amp; ACCESS CLEANUP</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Card"/>
          <p:cNvSpPr/>
          <p:nvPr/>
        </p:nvSpPr>
        <p:spPr>
          <a:xfrm>
            <a:off x="548640" y="1600200"/>
            <a:ext cx="3611880" cy="1874519"/>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umber"/>
          <p:cNvSpPr/>
          <p:nvPr/>
        </p:nvSpPr>
        <p:spPr>
          <a:xfrm>
            <a:off x="749808" y="182880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1</a:t>
            </a:r>
          </a:p>
        </p:txBody>
      </p:sp>
      <p:sp>
        <p:nvSpPr>
          <p:cNvPr id="28" name="Text"/>
          <p:cNvSpPr txBox="1"/>
          <p:nvPr/>
        </p:nvSpPr>
        <p:spPr>
          <a:xfrm>
            <a:off x="1325880" y="1828800"/>
            <a:ext cx="2651760" cy="411480"/>
          </a:xfrm>
          <a:prstGeom prst="rect">
            <a:avLst/>
          </a:prstGeom>
          <a:noFill/>
        </p:spPr>
        <p:txBody>
          <a:bodyPr wrap="square" lIns="0" rIns="0" tIns="0" bIns="0" anchor="ctr">
            <a:spAutoFit/>
          </a:bodyPr>
          <a:lstStyle/>
          <a:p>
            <a:pPr marL="0" indent="0">
              <a:buNone/>
            </a:pPr>
            <a:r>
              <a:rPr sz="1500" b="1">
                <a:solidFill>
                  <a:schemeClr val="tx1"/>
                </a:solidFill>
              </a:rPr>
              <a:t>Validate Low Usage</a:t>
            </a:r>
          </a:p>
        </p:txBody>
      </p:sp>
      <p:sp>
        <p:nvSpPr>
          <p:cNvPr id="29" name="Text"/>
          <p:cNvSpPr txBox="1"/>
          <p:nvPr/>
        </p:nvSpPr>
        <p:spPr>
          <a:xfrm>
            <a:off x="1325880" y="2377440"/>
            <a:ext cx="2651760" cy="1005840"/>
          </a:xfrm>
          <a:prstGeom prst="rect">
            <a:avLst/>
          </a:prstGeom>
          <a:noFill/>
        </p:spPr>
        <p:txBody>
          <a:bodyPr wrap="square" lIns="0" rIns="0" tIns="0" bIns="0" anchor="t">
            <a:spAutoFit/>
          </a:bodyPr>
          <a:lstStyle/>
          <a:p>
            <a:pPr marL="0" indent="0">
              <a:buNone/>
            </a:pPr>
            <a:r>
              <a:rPr sz="1300" b="0">
                <a:solidFill>
                  <a:schemeClr val="tx1"/>
                </a:solidFill>
              </a:rPr>
              <a:t>Confirm which workspaces and allocations see little or no use.</a:t>
            </a:r>
          </a:p>
        </p:txBody>
      </p:sp>
      <p:sp>
        <p:nvSpPr>
          <p:cNvPr id="30" name="Card"/>
          <p:cNvSpPr/>
          <p:nvPr/>
        </p:nvSpPr>
        <p:spPr>
          <a:xfrm>
            <a:off x="4315968" y="1600200"/>
            <a:ext cx="3611880" cy="1874519"/>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umber"/>
          <p:cNvSpPr/>
          <p:nvPr/>
        </p:nvSpPr>
        <p:spPr>
          <a:xfrm>
            <a:off x="4517136" y="182880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2</a:t>
            </a:r>
          </a:p>
        </p:txBody>
      </p:sp>
      <p:sp>
        <p:nvSpPr>
          <p:cNvPr id="32" name="Text"/>
          <p:cNvSpPr txBox="1"/>
          <p:nvPr/>
        </p:nvSpPr>
        <p:spPr>
          <a:xfrm>
            <a:off x="5093207" y="1828800"/>
            <a:ext cx="2651760" cy="411480"/>
          </a:xfrm>
          <a:prstGeom prst="rect">
            <a:avLst/>
          </a:prstGeom>
          <a:noFill/>
        </p:spPr>
        <p:txBody>
          <a:bodyPr wrap="square" lIns="0" rIns="0" tIns="0" bIns="0" anchor="ctr">
            <a:spAutoFit/>
          </a:bodyPr>
          <a:lstStyle/>
          <a:p>
            <a:pPr marL="0" indent="0">
              <a:buNone/>
            </a:pPr>
            <a:r>
              <a:rPr sz="1500" b="1">
                <a:solidFill>
                  <a:schemeClr val="tx1"/>
                </a:solidFill>
              </a:rPr>
              <a:t>Consolidate Allocations</a:t>
            </a:r>
          </a:p>
        </p:txBody>
      </p:sp>
      <p:sp>
        <p:nvSpPr>
          <p:cNvPr id="33" name="Text"/>
          <p:cNvSpPr txBox="1"/>
          <p:nvPr/>
        </p:nvSpPr>
        <p:spPr>
          <a:xfrm>
            <a:off x="5093207" y="2377440"/>
            <a:ext cx="2651760" cy="1005840"/>
          </a:xfrm>
          <a:prstGeom prst="rect">
            <a:avLst/>
          </a:prstGeom>
          <a:noFill/>
        </p:spPr>
        <p:txBody>
          <a:bodyPr wrap="square" lIns="0" rIns="0" tIns="0" bIns="0" anchor="t">
            <a:spAutoFit/>
          </a:bodyPr>
          <a:lstStyle/>
          <a:p>
            <a:pPr marL="0" indent="0">
              <a:buNone/>
            </a:pPr>
            <a:r>
              <a:rPr sz="1300" b="0">
                <a:solidFill>
                  <a:schemeClr val="tx1"/>
                </a:solidFill>
              </a:rPr>
              <a:t>Bring allocations closer to what is actually used, where we can.</a:t>
            </a:r>
          </a:p>
        </p:txBody>
      </p:sp>
      <p:sp>
        <p:nvSpPr>
          <p:cNvPr id="34" name="Card"/>
          <p:cNvSpPr/>
          <p:nvPr/>
        </p:nvSpPr>
        <p:spPr>
          <a:xfrm>
            <a:off x="548640" y="3611880"/>
            <a:ext cx="3611880" cy="1874519"/>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Number"/>
          <p:cNvSpPr/>
          <p:nvPr/>
        </p:nvSpPr>
        <p:spPr>
          <a:xfrm>
            <a:off x="749808" y="384048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3</a:t>
            </a:r>
          </a:p>
        </p:txBody>
      </p:sp>
      <p:sp>
        <p:nvSpPr>
          <p:cNvPr id="36" name="Text"/>
          <p:cNvSpPr txBox="1"/>
          <p:nvPr/>
        </p:nvSpPr>
        <p:spPr>
          <a:xfrm>
            <a:off x="1325880" y="3840480"/>
            <a:ext cx="2651760" cy="411480"/>
          </a:xfrm>
          <a:prstGeom prst="rect">
            <a:avLst/>
          </a:prstGeom>
          <a:noFill/>
        </p:spPr>
        <p:txBody>
          <a:bodyPr wrap="square" lIns="0" rIns="0" tIns="0" bIns="0" anchor="ctr">
            <a:spAutoFit/>
          </a:bodyPr>
          <a:lstStyle/>
          <a:p>
            <a:pPr marL="0" indent="0">
              <a:buNone/>
            </a:pPr>
            <a:r>
              <a:rPr sz="1500" b="1">
                <a:solidFill>
                  <a:schemeClr val="tx1"/>
                </a:solidFill>
              </a:rPr>
              <a:t>Bulk Removal</a:t>
            </a:r>
          </a:p>
        </p:txBody>
      </p:sp>
      <p:sp>
        <p:nvSpPr>
          <p:cNvPr id="37" name="Text"/>
          <p:cNvSpPr txBox="1"/>
          <p:nvPr/>
        </p:nvSpPr>
        <p:spPr>
          <a:xfrm>
            <a:off x="1325880" y="4389120"/>
            <a:ext cx="2651760" cy="1005840"/>
          </a:xfrm>
          <a:prstGeom prst="rect">
            <a:avLst/>
          </a:prstGeom>
          <a:noFill/>
        </p:spPr>
        <p:txBody>
          <a:bodyPr wrap="square" lIns="0" rIns="0" tIns="0" bIns="0" anchor="t">
            <a:spAutoFit/>
          </a:bodyPr>
          <a:lstStyle/>
          <a:p>
            <a:pPr marL="0" indent="0">
              <a:buNone/>
            </a:pPr>
            <a:r>
              <a:rPr sz="1300" b="0">
                <a:solidFill>
                  <a:schemeClr val="tx1"/>
                </a:solidFill>
              </a:rPr>
              <a:t>A bulk removal process is taking place now.</a:t>
            </a:r>
          </a:p>
        </p:txBody>
      </p:sp>
      <p:sp>
        <p:nvSpPr>
          <p:cNvPr id="38" name="Status chip"/>
          <p:cNvSpPr/>
          <p:nvPr/>
        </p:nvSpPr>
        <p:spPr>
          <a:xfrm>
            <a:off x="2862072" y="5074920"/>
            <a:ext cx="1097280"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100" b="1">
                <a:solidFill>
                  <a:schemeClr val="bg1"/>
                </a:solidFill>
              </a:rPr>
              <a:t>In progress</a:t>
            </a:r>
          </a:p>
        </p:txBody>
      </p:sp>
      <p:sp>
        <p:nvSpPr>
          <p:cNvPr id="39" name="Card"/>
          <p:cNvSpPr/>
          <p:nvPr/>
        </p:nvSpPr>
        <p:spPr>
          <a:xfrm>
            <a:off x="4315968" y="3611880"/>
            <a:ext cx="3611880" cy="1874519"/>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umber"/>
          <p:cNvSpPr/>
          <p:nvPr/>
        </p:nvSpPr>
        <p:spPr>
          <a:xfrm>
            <a:off x="4517136" y="3840480"/>
            <a:ext cx="411480" cy="4114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4</a:t>
            </a:r>
          </a:p>
        </p:txBody>
      </p:sp>
      <p:sp>
        <p:nvSpPr>
          <p:cNvPr id="41" name="Text"/>
          <p:cNvSpPr txBox="1"/>
          <p:nvPr/>
        </p:nvSpPr>
        <p:spPr>
          <a:xfrm>
            <a:off x="5093207" y="3840480"/>
            <a:ext cx="2651760" cy="411480"/>
          </a:xfrm>
          <a:prstGeom prst="rect">
            <a:avLst/>
          </a:prstGeom>
          <a:noFill/>
        </p:spPr>
        <p:txBody>
          <a:bodyPr wrap="square" lIns="0" rIns="0" tIns="0" bIns="0" anchor="ctr">
            <a:spAutoFit/>
          </a:bodyPr>
          <a:lstStyle/>
          <a:p>
            <a:pPr marL="0" indent="0">
              <a:buNone/>
            </a:pPr>
            <a:r>
              <a:rPr sz="1500" b="1">
                <a:solidFill>
                  <a:schemeClr val="tx1"/>
                </a:solidFill>
              </a:rPr>
              <a:t>Confirm the Impact</a:t>
            </a:r>
          </a:p>
        </p:txBody>
      </p:sp>
      <p:sp>
        <p:nvSpPr>
          <p:cNvPr id="42" name="Text"/>
          <p:cNvSpPr txBox="1"/>
          <p:nvPr/>
        </p:nvSpPr>
        <p:spPr>
          <a:xfrm>
            <a:off x="5093207" y="4389120"/>
            <a:ext cx="2651760" cy="1005840"/>
          </a:xfrm>
          <a:prstGeom prst="rect">
            <a:avLst/>
          </a:prstGeom>
          <a:noFill/>
        </p:spPr>
        <p:txBody>
          <a:bodyPr wrap="square" lIns="0" rIns="0" tIns="0" bIns="0" anchor="t">
            <a:spAutoFit/>
          </a:bodyPr>
          <a:lstStyle/>
          <a:p>
            <a:pPr marL="0" indent="0">
              <a:buNone/>
            </a:pPr>
            <a:r>
              <a:rPr sz="1300" b="0">
                <a:solidFill>
                  <a:schemeClr val="tx1"/>
                </a:solidFill>
              </a:rPr>
              <a:t>Verify the de-allocation went through and what it changes in billing.</a:t>
            </a:r>
          </a:p>
        </p:txBody>
      </p:sp>
      <p:sp>
        <p:nvSpPr>
          <p:cNvPr id="43" name="Card"/>
          <p:cNvSpPr/>
          <p:nvPr/>
        </p:nvSpPr>
        <p:spPr>
          <a:xfrm>
            <a:off x="8138160" y="1600200"/>
            <a:ext cx="3502152" cy="224028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p:cNvSpPr txBox="1"/>
          <p:nvPr/>
        </p:nvSpPr>
        <p:spPr>
          <a:xfrm>
            <a:off x="8339327" y="1783080"/>
            <a:ext cx="3108960" cy="1920240"/>
          </a:xfrm>
          <a:prstGeom prst="rect">
            <a:avLst/>
          </a:prstGeom>
          <a:noFill/>
        </p:spPr>
        <p:txBody>
          <a:bodyPr wrap="square" lIns="0" rIns="0" tIns="0" bIns="0" anchor="t">
            <a:spAutoFit/>
          </a:bodyPr>
          <a:lstStyle/>
          <a:p>
            <a:pPr marL="0" indent="0">
              <a:buNone/>
            </a:pPr>
            <a:r>
              <a:rPr sz="1100" b="1" spc="100">
                <a:solidFill>
                  <a:schemeClr val="bg2"/>
                </a:solidFill>
              </a:rPr>
              <a:t>HOW IT RUNS</a:t>
            </a:r>
          </a:p>
          <a:p>
            <a:pPr marL="0" indent="0">
              <a:buNone/>
            </a:pPr>
            <a:r>
              <a:rPr sz="1700" b="1">
                <a:solidFill>
                  <a:schemeClr val="bg1"/>
                </a:solidFill>
              </a:rPr>
              <a:t>Already Moving</a:t>
            </a:r>
          </a:p>
          <a:p>
            <a:pPr marL="0" indent="0">
              <a:buNone/>
            </a:pPr>
            <a:r>
              <a:rPr sz="1300" b="0">
                <a:solidFill>
                  <a:schemeClr val="bg1"/>
                </a:solidFill>
              </a:rPr>
              <a:t>The bulk removal is running as we speak. BDL is confirming the de-allocation and billing impact.</a:t>
            </a:r>
          </a:p>
        </p:txBody>
      </p:sp>
      <p:sp>
        <p:nvSpPr>
          <p:cNvPr id="45" name="Card"/>
          <p:cNvSpPr/>
          <p:nvPr/>
        </p:nvSpPr>
        <p:spPr>
          <a:xfrm>
            <a:off x="8138160" y="3977639"/>
            <a:ext cx="3502152" cy="16916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p:cNvSpPr txBox="1"/>
          <p:nvPr/>
        </p:nvSpPr>
        <p:spPr>
          <a:xfrm>
            <a:off x="8339327" y="4114800"/>
            <a:ext cx="3108960" cy="1463040"/>
          </a:xfrm>
          <a:prstGeom prst="rect">
            <a:avLst/>
          </a:prstGeom>
          <a:noFill/>
        </p:spPr>
        <p:txBody>
          <a:bodyPr wrap="square" lIns="0" rIns="0" tIns="0" bIns="0" anchor="t">
            <a:spAutoFit/>
          </a:bodyPr>
          <a:lstStyle/>
          <a:p>
            <a:pPr marL="0" indent="0">
              <a:buNone/>
            </a:pPr>
            <a:r>
              <a:rPr sz="1100" b="1" spc="100">
                <a:solidFill>
                  <a:schemeClr val="accent2"/>
                </a:solidFill>
              </a:rPr>
              <a:t>WHAT WE MAY ASK</a:t>
            </a:r>
          </a:p>
          <a:p>
            <a:pPr marL="0" indent="0">
              <a:buNone/>
            </a:pPr>
            <a:r>
              <a:rPr sz="1500" b="1">
                <a:solidFill>
                  <a:schemeClr val="tx1"/>
                </a:solidFill>
              </a:rPr>
              <a:t>Help Us Right-Size</a:t>
            </a:r>
          </a:p>
          <a:p>
            <a:pPr marL="0" indent="0">
              <a:buNone/>
            </a:pPr>
            <a:r>
              <a:rPr sz="1300" b="0">
                <a:solidFill>
                  <a:schemeClr val="tx1"/>
                </a:solidFill>
              </a:rPr>
              <a:t>Confirm usage and allocation for your workspace where it looks low.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Priority 2: An Exit Readiness Path for Every Workspace</a:t>
            </a:r>
          </a:p>
        </p:txBody>
      </p:sp>
      <p:sp>
        <p:nvSpPr>
          <p:cNvPr id="3" name="Section tag"/>
          <p:cNvSpPr/>
          <p:nvPr/>
        </p:nvSpPr>
        <p:spPr>
          <a:xfrm>
            <a:off x="548640" y="274320"/>
            <a:ext cx="2433218" cy="274320"/>
          </a:xfrm>
          <a:prstGeom prst="roundRect">
            <a:avLst>
              <a:gd name="adj" fmla="val 50000"/>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PRIORITY 2 · EXIT READINESS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sp>
        <p:nvSpPr>
          <p:cNvPr id="26" name="Eyebrow"/>
          <p:cNvSpPr txBox="1"/>
          <p:nvPr/>
        </p:nvSpPr>
        <p:spPr>
          <a:xfrm>
            <a:off x="548640" y="1600200"/>
            <a:ext cx="5943600" cy="237744"/>
          </a:xfrm>
          <a:prstGeom prst="rect">
            <a:avLst/>
          </a:prstGeom>
          <a:noFill/>
        </p:spPr>
        <p:txBody>
          <a:bodyPr wrap="square" lIns="0" rIns="0" tIns="0" bIns="0" anchor="t">
            <a:spAutoFit/>
          </a:bodyPr>
          <a:lstStyle/>
          <a:p>
            <a:pPr marL="0" indent="0">
              <a:buNone/>
            </a:pPr>
            <a:r>
              <a:rPr sz="1100" b="1" spc="100">
                <a:solidFill>
                  <a:schemeClr val="tx2"/>
                </a:solidFill>
              </a:rPr>
              <a:t>WHAT WE NEED TO UNDERSTAND</a:t>
            </a:r>
          </a:p>
        </p:txBody>
      </p:sp>
      <p:sp>
        <p:nvSpPr>
          <p:cNvPr id="27" name="Card"/>
          <p:cNvSpPr/>
          <p:nvPr/>
        </p:nvSpPr>
        <p:spPr>
          <a:xfrm>
            <a:off x="548640" y="1920240"/>
            <a:ext cx="2880360" cy="19202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Number"/>
          <p:cNvSpPr/>
          <p:nvPr/>
        </p:nvSpPr>
        <p:spPr>
          <a:xfrm>
            <a:off x="749808" y="2121408"/>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1</a:t>
            </a:r>
          </a:p>
        </p:txBody>
      </p:sp>
      <p:sp>
        <p:nvSpPr>
          <p:cNvPr id="29" name="Text"/>
          <p:cNvSpPr txBox="1"/>
          <p:nvPr/>
        </p:nvSpPr>
        <p:spPr>
          <a:xfrm>
            <a:off x="749808" y="2670048"/>
            <a:ext cx="2514600" cy="365760"/>
          </a:xfrm>
          <a:prstGeom prst="rect">
            <a:avLst/>
          </a:prstGeom>
          <a:noFill/>
        </p:spPr>
        <p:txBody>
          <a:bodyPr wrap="square" lIns="0" rIns="0" tIns="0" bIns="0" anchor="t">
            <a:spAutoFit/>
          </a:bodyPr>
          <a:lstStyle/>
          <a:p>
            <a:pPr marL="0" indent="0">
              <a:buNone/>
            </a:pPr>
            <a:r>
              <a:rPr sz="1500" b="1">
                <a:solidFill>
                  <a:schemeClr val="tx1"/>
                </a:solidFill>
              </a:rPr>
              <a:t>Who uses it?</a:t>
            </a:r>
          </a:p>
        </p:txBody>
      </p:sp>
      <p:sp>
        <p:nvSpPr>
          <p:cNvPr id="30" name="Text"/>
          <p:cNvSpPr txBox="1"/>
          <p:nvPr/>
        </p:nvSpPr>
        <p:spPr>
          <a:xfrm>
            <a:off x="749808" y="3063240"/>
            <a:ext cx="2514600" cy="731520"/>
          </a:xfrm>
          <a:prstGeom prst="rect">
            <a:avLst/>
          </a:prstGeom>
          <a:noFill/>
        </p:spPr>
        <p:txBody>
          <a:bodyPr wrap="square" lIns="0" rIns="0" tIns="0" bIns="0" anchor="t">
            <a:spAutoFit/>
          </a:bodyPr>
          <a:lstStyle/>
          <a:p>
            <a:pPr marL="0" indent="0">
              <a:buNone/>
            </a:pPr>
            <a:r>
              <a:rPr sz="1200" b="0">
                <a:solidFill>
                  <a:schemeClr val="tx2"/>
                </a:solidFill>
              </a:rPr>
              <a:t>Each workspace feeds downstream users. Who consumes its data?</a:t>
            </a:r>
          </a:p>
        </p:txBody>
      </p:sp>
      <p:sp>
        <p:nvSpPr>
          <p:cNvPr id="31" name="Card"/>
          <p:cNvSpPr/>
          <p:nvPr/>
        </p:nvSpPr>
        <p:spPr>
          <a:xfrm>
            <a:off x="3584448" y="1920240"/>
            <a:ext cx="2880360" cy="19202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umber"/>
          <p:cNvSpPr/>
          <p:nvPr/>
        </p:nvSpPr>
        <p:spPr>
          <a:xfrm>
            <a:off x="3785615" y="2121408"/>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2</a:t>
            </a:r>
          </a:p>
        </p:txBody>
      </p:sp>
      <p:sp>
        <p:nvSpPr>
          <p:cNvPr id="33" name="Text"/>
          <p:cNvSpPr txBox="1"/>
          <p:nvPr/>
        </p:nvSpPr>
        <p:spPr>
          <a:xfrm>
            <a:off x="3785615" y="2670048"/>
            <a:ext cx="2514600" cy="365760"/>
          </a:xfrm>
          <a:prstGeom prst="rect">
            <a:avLst/>
          </a:prstGeom>
          <a:noFill/>
        </p:spPr>
        <p:txBody>
          <a:bodyPr wrap="square" lIns="0" rIns="0" tIns="0" bIns="0" anchor="t">
            <a:spAutoFit/>
          </a:bodyPr>
          <a:lstStyle/>
          <a:p>
            <a:pPr marL="0" indent="0">
              <a:buNone/>
            </a:pPr>
            <a:r>
              <a:rPr sz="1500" b="1">
                <a:solidFill>
                  <a:schemeClr val="tx1"/>
                </a:solidFill>
              </a:rPr>
              <a:t>For what purpose?</a:t>
            </a:r>
          </a:p>
        </p:txBody>
      </p:sp>
      <p:sp>
        <p:nvSpPr>
          <p:cNvPr id="34" name="Text"/>
          <p:cNvSpPr txBox="1"/>
          <p:nvPr/>
        </p:nvSpPr>
        <p:spPr>
          <a:xfrm>
            <a:off x="3785615" y="3063240"/>
            <a:ext cx="2514600" cy="731520"/>
          </a:xfrm>
          <a:prstGeom prst="rect">
            <a:avLst/>
          </a:prstGeom>
          <a:noFill/>
        </p:spPr>
        <p:txBody>
          <a:bodyPr wrap="square" lIns="0" rIns="0" tIns="0" bIns="0" anchor="t">
            <a:spAutoFit/>
          </a:bodyPr>
          <a:lstStyle/>
          <a:p>
            <a:pPr marL="0" indent="0">
              <a:buNone/>
            </a:pPr>
            <a:r>
              <a:rPr sz="1200" b="0">
                <a:solidFill>
                  <a:schemeClr val="tx2"/>
                </a:solidFill>
              </a:rPr>
              <a:t>Why does the use case need this workspace?</a:t>
            </a:r>
          </a:p>
        </p:txBody>
      </p:sp>
      <p:sp>
        <p:nvSpPr>
          <p:cNvPr id="35" name="Card"/>
          <p:cNvSpPr/>
          <p:nvPr/>
        </p:nvSpPr>
        <p:spPr>
          <a:xfrm>
            <a:off x="548640" y="3977639"/>
            <a:ext cx="2880360" cy="19202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Number"/>
          <p:cNvSpPr/>
          <p:nvPr/>
        </p:nvSpPr>
        <p:spPr>
          <a:xfrm>
            <a:off x="749808" y="4178807"/>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3</a:t>
            </a:r>
          </a:p>
        </p:txBody>
      </p:sp>
      <p:sp>
        <p:nvSpPr>
          <p:cNvPr id="37" name="Text"/>
          <p:cNvSpPr txBox="1"/>
          <p:nvPr/>
        </p:nvSpPr>
        <p:spPr>
          <a:xfrm>
            <a:off x="749808" y="4727448"/>
            <a:ext cx="2514600" cy="365760"/>
          </a:xfrm>
          <a:prstGeom prst="rect">
            <a:avLst/>
          </a:prstGeom>
          <a:noFill/>
        </p:spPr>
        <p:txBody>
          <a:bodyPr wrap="square" lIns="0" rIns="0" tIns="0" bIns="0" anchor="t">
            <a:spAutoFit/>
          </a:bodyPr>
          <a:lstStyle/>
          <a:p>
            <a:pPr marL="0" indent="0">
              <a:buNone/>
            </a:pPr>
            <a:r>
              <a:rPr sz="1500" b="1">
                <a:solidFill>
                  <a:schemeClr val="tx1"/>
                </a:solidFill>
              </a:rPr>
              <a:t>What depends on it?</a:t>
            </a:r>
          </a:p>
        </p:txBody>
      </p:sp>
      <p:sp>
        <p:nvSpPr>
          <p:cNvPr id="38" name="Text"/>
          <p:cNvSpPr txBox="1"/>
          <p:nvPr/>
        </p:nvSpPr>
        <p:spPr>
          <a:xfrm>
            <a:off x="749808" y="5120640"/>
            <a:ext cx="2514600" cy="731520"/>
          </a:xfrm>
          <a:prstGeom prst="rect">
            <a:avLst/>
          </a:prstGeom>
          <a:noFill/>
        </p:spPr>
        <p:txBody>
          <a:bodyPr wrap="square" lIns="0" rIns="0" tIns="0" bIns="0" anchor="t">
            <a:spAutoFit/>
          </a:bodyPr>
          <a:lstStyle/>
          <a:p>
            <a:pPr marL="0" indent="0">
              <a:buNone/>
            </a:pPr>
            <a:r>
              <a:rPr sz="1200" b="0">
                <a:solidFill>
                  <a:schemeClr val="tx2"/>
                </a:solidFill>
              </a:rPr>
              <a:t>Regulatory reports, models, or other uses that consume its data.</a:t>
            </a:r>
          </a:p>
        </p:txBody>
      </p:sp>
      <p:sp>
        <p:nvSpPr>
          <p:cNvPr id="39" name="Card"/>
          <p:cNvSpPr/>
          <p:nvPr/>
        </p:nvSpPr>
        <p:spPr>
          <a:xfrm>
            <a:off x="3584448" y="3977639"/>
            <a:ext cx="2880360" cy="19202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Number"/>
          <p:cNvSpPr/>
          <p:nvPr/>
        </p:nvSpPr>
        <p:spPr>
          <a:xfrm>
            <a:off x="3785615" y="4178807"/>
            <a:ext cx="411480" cy="41148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4</a:t>
            </a:r>
          </a:p>
        </p:txBody>
      </p:sp>
      <p:sp>
        <p:nvSpPr>
          <p:cNvPr id="41" name="Text"/>
          <p:cNvSpPr txBox="1"/>
          <p:nvPr/>
        </p:nvSpPr>
        <p:spPr>
          <a:xfrm>
            <a:off x="3785615" y="4727448"/>
            <a:ext cx="2514600" cy="365760"/>
          </a:xfrm>
          <a:prstGeom prst="rect">
            <a:avLst/>
          </a:prstGeom>
          <a:noFill/>
        </p:spPr>
        <p:txBody>
          <a:bodyPr wrap="square" lIns="0" rIns="0" tIns="0" bIns="0" anchor="t">
            <a:spAutoFit/>
          </a:bodyPr>
          <a:lstStyle/>
          <a:p>
            <a:pPr marL="0" indent="0">
              <a:buNone/>
            </a:pPr>
            <a:r>
              <a:rPr sz="1500" b="1">
                <a:solidFill>
                  <a:schemeClr val="tx1"/>
                </a:solidFill>
              </a:rPr>
              <a:t>Is there an exit path?</a:t>
            </a:r>
          </a:p>
        </p:txBody>
      </p:sp>
      <p:sp>
        <p:nvSpPr>
          <p:cNvPr id="42" name="Text"/>
          <p:cNvSpPr txBox="1"/>
          <p:nvPr/>
        </p:nvSpPr>
        <p:spPr>
          <a:xfrm>
            <a:off x="3785615" y="5120640"/>
            <a:ext cx="2514600" cy="731520"/>
          </a:xfrm>
          <a:prstGeom prst="rect">
            <a:avLst/>
          </a:prstGeom>
          <a:noFill/>
        </p:spPr>
        <p:txBody>
          <a:bodyPr wrap="square" lIns="0" rIns="0" tIns="0" bIns="0" anchor="t">
            <a:spAutoFit/>
          </a:bodyPr>
          <a:lstStyle/>
          <a:p>
            <a:pPr marL="0" indent="0">
              <a:buNone/>
            </a:pPr>
            <a:r>
              <a:rPr sz="1200" b="0">
                <a:solidFill>
                  <a:schemeClr val="tx2"/>
                </a:solidFill>
              </a:rPr>
              <a:t>Already identified? What is the target date?</a:t>
            </a:r>
          </a:p>
        </p:txBody>
      </p:sp>
      <p:sp>
        <p:nvSpPr>
          <p:cNvPr id="43" name="Eyebrow"/>
          <p:cNvSpPr txBox="1"/>
          <p:nvPr/>
        </p:nvSpPr>
        <p:spPr>
          <a:xfrm>
            <a:off x="6903720" y="1600200"/>
            <a:ext cx="4754880" cy="237744"/>
          </a:xfrm>
          <a:prstGeom prst="rect">
            <a:avLst/>
          </a:prstGeom>
          <a:noFill/>
        </p:spPr>
        <p:txBody>
          <a:bodyPr wrap="square" lIns="0" rIns="0" tIns="0" bIns="0" anchor="t">
            <a:spAutoFit/>
          </a:bodyPr>
          <a:lstStyle/>
          <a:p>
            <a:pPr marL="0" indent="0">
              <a:buNone/>
            </a:pPr>
            <a:r>
              <a:rPr sz="1100" b="1" spc="100">
                <a:solidFill>
                  <a:schemeClr val="tx2"/>
                </a:solidFill>
              </a:rPr>
              <a:t>IF THERE'S NO EXIT PATH</a:t>
            </a:r>
          </a:p>
        </p:txBody>
      </p:sp>
      <p:sp>
        <p:nvSpPr>
          <p:cNvPr id="44" name="Card"/>
          <p:cNvSpPr/>
          <p:nvPr/>
        </p:nvSpPr>
        <p:spPr>
          <a:xfrm>
            <a:off x="6903720" y="1920240"/>
            <a:ext cx="4736592" cy="388620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Card"/>
          <p:cNvSpPr/>
          <p:nvPr/>
        </p:nvSpPr>
        <p:spPr>
          <a:xfrm>
            <a:off x="7863840" y="2103120"/>
            <a:ext cx="2834640" cy="64008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400" b="1">
                <a:solidFill>
                  <a:schemeClr val="bg1"/>
                </a:solidFill>
              </a:rPr>
              <a:t>Exit path identified?</a:t>
            </a:r>
          </a:p>
        </p:txBody>
      </p:sp>
      <p:cxnSp>
        <p:nvCxnSpPr>
          <p:cNvPr id="46" name="Connector 45"/>
          <p:cNvCxnSpPr/>
          <p:nvPr/>
        </p:nvCxnSpPr>
        <p:spPr>
          <a:xfrm flipH="1">
            <a:off x="8183879" y="2743200"/>
            <a:ext cx="411481" cy="50292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9966960" y="2743200"/>
            <a:ext cx="411480" cy="50292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Card"/>
          <p:cNvSpPr/>
          <p:nvPr/>
        </p:nvSpPr>
        <p:spPr>
          <a:xfrm>
            <a:off x="7132320" y="3291840"/>
            <a:ext cx="2057400" cy="1097280"/>
          </a:xfrm>
          <a:prstGeom prst="roundRect">
            <a:avLst>
              <a:gd name="adj" fmla="val 8000"/>
            </a:avLst>
          </a:prstGeom>
          <a:solidFill>
            <a:schemeClr val="accent1">
              <a:lumMod val="15000"/>
              <a:lumOff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p:cNvSpPr txBox="1"/>
          <p:nvPr/>
        </p:nvSpPr>
        <p:spPr>
          <a:xfrm>
            <a:off x="7269480" y="3291840"/>
            <a:ext cx="1783080" cy="1097280"/>
          </a:xfrm>
          <a:prstGeom prst="rect">
            <a:avLst/>
          </a:prstGeom>
          <a:noFill/>
        </p:spPr>
        <p:txBody>
          <a:bodyPr wrap="square" lIns="0" rIns="0" tIns="0" bIns="0" anchor="ctr">
            <a:spAutoFit/>
          </a:bodyPr>
          <a:lstStyle/>
          <a:p>
            <a:pPr algn="ctr" marL="0" indent="0">
              <a:buNone/>
            </a:pPr>
            <a:r>
              <a:rPr sz="1100" b="1" spc="100">
                <a:solidFill>
                  <a:schemeClr val="accent1"/>
                </a:solidFill>
              </a:rPr>
              <a:t>YES</a:t>
            </a:r>
          </a:p>
          <a:p>
            <a:pPr algn="ctr" marL="0" indent="0">
              <a:buNone/>
            </a:pPr>
            <a:r>
              <a:rPr sz="1200" b="0">
                <a:solidFill>
                  <a:schemeClr val="tx1"/>
                </a:solidFill>
              </a:rPr>
              <a:t>Share the plan and target date</a:t>
            </a:r>
          </a:p>
        </p:txBody>
      </p:sp>
      <p:sp>
        <p:nvSpPr>
          <p:cNvPr id="50" name="Card"/>
          <p:cNvSpPr/>
          <p:nvPr/>
        </p:nvSpPr>
        <p:spPr>
          <a:xfrm>
            <a:off x="9372600" y="3291840"/>
            <a:ext cx="2057400" cy="1097280"/>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p:cNvSpPr txBox="1"/>
          <p:nvPr/>
        </p:nvSpPr>
        <p:spPr>
          <a:xfrm>
            <a:off x="9509760" y="3291840"/>
            <a:ext cx="1783080" cy="1097280"/>
          </a:xfrm>
          <a:prstGeom prst="rect">
            <a:avLst/>
          </a:prstGeom>
          <a:noFill/>
        </p:spPr>
        <p:txBody>
          <a:bodyPr wrap="square" lIns="0" rIns="0" tIns="0" bIns="0" anchor="ctr">
            <a:spAutoFit/>
          </a:bodyPr>
          <a:lstStyle/>
          <a:p>
            <a:pPr algn="ctr" marL="0" indent="0">
              <a:buNone/>
            </a:pPr>
            <a:r>
              <a:rPr sz="1100" b="1" spc="100">
                <a:solidFill>
                  <a:schemeClr val="accent3"/>
                </a:solidFill>
              </a:rPr>
              <a:t>NO</a:t>
            </a:r>
          </a:p>
          <a:p>
            <a:pPr algn="ctr" marL="0" indent="0">
              <a:buNone/>
            </a:pPr>
            <a:r>
              <a:rPr sz="1200" b="0">
                <a:solidFill>
                  <a:schemeClr val="tx1"/>
                </a:solidFill>
              </a:rPr>
              <a:t>BDL helps you create one</a:t>
            </a:r>
          </a:p>
        </p:txBody>
      </p:sp>
      <p:cxnSp>
        <p:nvCxnSpPr>
          <p:cNvPr id="52" name="Connector 51"/>
          <p:cNvCxnSpPr/>
          <p:nvPr/>
        </p:nvCxnSpPr>
        <p:spPr>
          <a:xfrm>
            <a:off x="8183879" y="4389120"/>
            <a:ext cx="594361" cy="41148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784080" y="4389120"/>
            <a:ext cx="594360" cy="411480"/>
          </a:xfrm>
          <a:prstGeom prst="line">
            <a:avLst/>
          </a:prstGeom>
          <a:ln w="190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Card"/>
          <p:cNvSpPr/>
          <p:nvPr/>
        </p:nvSpPr>
        <p:spPr>
          <a:xfrm>
            <a:off x="7132320" y="4846320"/>
            <a:ext cx="4297680" cy="77724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300" b="1">
                <a:solidFill>
                  <a:schemeClr val="bg1"/>
                </a:solidFill>
              </a:rPr>
              <a:t>BDL assesses criticality, dependencies, and controls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From Your Survey Answers to an Exit Path</a:t>
            </a:r>
          </a:p>
        </p:txBody>
      </p:sp>
      <p:sp>
        <p:nvSpPr>
          <p:cNvPr id="3" name="Section tag"/>
          <p:cNvSpPr/>
          <p:nvPr/>
        </p:nvSpPr>
        <p:spPr>
          <a:xfrm>
            <a:off x="548640" y="274320"/>
            <a:ext cx="1674266" cy="27432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HOW BDL WILL HELP</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cxnSp>
        <p:nvCxnSpPr>
          <p:cNvPr id="26" name="Connector 25"/>
          <p:cNvCxnSpPr/>
          <p:nvPr/>
        </p:nvCxnSpPr>
        <p:spPr>
          <a:xfrm>
            <a:off x="1463040" y="1828800"/>
            <a:ext cx="9235440" cy="0"/>
          </a:xfrm>
          <a:prstGeom prst="line">
            <a:avLst/>
          </a:prstGeom>
          <a:ln w="1905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Number"/>
          <p:cNvSpPr/>
          <p:nvPr/>
        </p:nvSpPr>
        <p:spPr>
          <a:xfrm>
            <a:off x="1627631" y="1600200"/>
            <a:ext cx="457200" cy="45720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1</a:t>
            </a:r>
          </a:p>
        </p:txBody>
      </p:sp>
      <p:sp>
        <p:nvSpPr>
          <p:cNvPr id="28" name="Card"/>
          <p:cNvSpPr/>
          <p:nvPr/>
        </p:nvSpPr>
        <p:spPr>
          <a:xfrm>
            <a:off x="548640" y="2286000"/>
            <a:ext cx="2633472"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p:cNvSpPr txBox="1"/>
          <p:nvPr/>
        </p:nvSpPr>
        <p:spPr>
          <a:xfrm>
            <a:off x="749808" y="2450592"/>
            <a:ext cx="2240280" cy="640080"/>
          </a:xfrm>
          <a:prstGeom prst="rect">
            <a:avLst/>
          </a:prstGeom>
          <a:noFill/>
        </p:spPr>
        <p:txBody>
          <a:bodyPr wrap="square" lIns="0" rIns="0" tIns="0" bIns="0" anchor="t">
            <a:spAutoFit/>
          </a:bodyPr>
          <a:lstStyle/>
          <a:p>
            <a:pPr marL="0" indent="0">
              <a:buNone/>
            </a:pPr>
            <a:r>
              <a:rPr sz="1500" b="1">
                <a:solidFill>
                  <a:schemeClr val="tx1"/>
                </a:solidFill>
              </a:rPr>
              <a:t>You Answer the Survey</a:t>
            </a:r>
          </a:p>
        </p:txBody>
      </p:sp>
      <p:sp>
        <p:nvSpPr>
          <p:cNvPr id="30" name="Text"/>
          <p:cNvSpPr txBox="1"/>
          <p:nvPr/>
        </p:nvSpPr>
        <p:spPr>
          <a:xfrm>
            <a:off x="749808" y="3154680"/>
            <a:ext cx="2240280" cy="1097280"/>
          </a:xfrm>
          <a:prstGeom prst="rect">
            <a:avLst/>
          </a:prstGeom>
          <a:noFill/>
        </p:spPr>
        <p:txBody>
          <a:bodyPr wrap="square" lIns="0" rIns="0" tIns="0" bIns="0" anchor="t">
            <a:spAutoFit/>
          </a:bodyPr>
          <a:lstStyle/>
          <a:p>
            <a:pPr marL="0" indent="0">
              <a:buNone/>
            </a:pPr>
            <a:r>
              <a:rPr sz="1300" b="0">
                <a:solidFill>
                  <a:schemeClr val="tx1"/>
                </a:solidFill>
              </a:rPr>
              <a:t>Use cases, dependencies, users, and exit plan for your workspace.</a:t>
            </a:r>
          </a:p>
        </p:txBody>
      </p:sp>
      <p:sp>
        <p:nvSpPr>
          <p:cNvPr id="31" name="Eyebrow"/>
          <p:cNvSpPr txBox="1"/>
          <p:nvPr/>
        </p:nvSpPr>
        <p:spPr>
          <a:xfrm>
            <a:off x="749808" y="4343400"/>
            <a:ext cx="2194560" cy="237744"/>
          </a:xfrm>
          <a:prstGeom prst="rect">
            <a:avLst/>
          </a:prstGeom>
          <a:noFill/>
        </p:spPr>
        <p:txBody>
          <a:bodyPr wrap="square" lIns="0" rIns="0" tIns="0" bIns="0" anchor="t">
            <a:spAutoFit/>
          </a:bodyPr>
          <a:lstStyle/>
          <a:p>
            <a:pPr marL="0" indent="0">
              <a:buNone/>
            </a:pPr>
            <a:r>
              <a:rPr sz="1100" b="1" spc="100">
                <a:solidFill>
                  <a:schemeClr val="tx2"/>
                </a:solidFill>
              </a:rPr>
              <a:t>WHO</a:t>
            </a:r>
          </a:p>
        </p:txBody>
      </p:sp>
      <p:sp>
        <p:nvSpPr>
          <p:cNvPr id="32" name="Text"/>
          <p:cNvSpPr txBox="1"/>
          <p:nvPr/>
        </p:nvSpPr>
        <p:spPr>
          <a:xfrm>
            <a:off x="749808" y="4572000"/>
            <a:ext cx="2240280" cy="274320"/>
          </a:xfrm>
          <a:prstGeom prst="rect">
            <a:avLst/>
          </a:prstGeom>
          <a:noFill/>
        </p:spPr>
        <p:txBody>
          <a:bodyPr wrap="square" lIns="0" rIns="0" tIns="0" bIns="0" anchor="t">
            <a:spAutoFit/>
          </a:bodyPr>
          <a:lstStyle/>
          <a:p>
            <a:pPr marL="0" indent="0">
              <a:buNone/>
            </a:pPr>
            <a:r>
              <a:rPr sz="1300" b="1">
                <a:solidFill>
                  <a:schemeClr val="accent2"/>
                </a:solidFill>
              </a:rPr>
              <a:t>Workspace owner</a:t>
            </a:r>
          </a:p>
        </p:txBody>
      </p:sp>
      <p:sp>
        <p:nvSpPr>
          <p:cNvPr id="33" name="Number"/>
          <p:cNvSpPr/>
          <p:nvPr/>
        </p:nvSpPr>
        <p:spPr>
          <a:xfrm>
            <a:off x="4462272" y="16002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2</a:t>
            </a:r>
          </a:p>
        </p:txBody>
      </p:sp>
      <p:sp>
        <p:nvSpPr>
          <p:cNvPr id="34" name="Card"/>
          <p:cNvSpPr/>
          <p:nvPr/>
        </p:nvSpPr>
        <p:spPr>
          <a:xfrm>
            <a:off x="3383280" y="2286000"/>
            <a:ext cx="2633472"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p:cNvSpPr txBox="1"/>
          <p:nvPr/>
        </p:nvSpPr>
        <p:spPr>
          <a:xfrm>
            <a:off x="3584448" y="2450592"/>
            <a:ext cx="2240280" cy="640080"/>
          </a:xfrm>
          <a:prstGeom prst="rect">
            <a:avLst/>
          </a:prstGeom>
          <a:noFill/>
        </p:spPr>
        <p:txBody>
          <a:bodyPr wrap="square" lIns="0" rIns="0" tIns="0" bIns="0" anchor="t">
            <a:spAutoFit/>
          </a:bodyPr>
          <a:lstStyle/>
          <a:p>
            <a:pPr marL="0" indent="0">
              <a:buNone/>
            </a:pPr>
            <a:r>
              <a:rPr sz="1500" b="1">
                <a:solidFill>
                  <a:schemeClr val="tx1"/>
                </a:solidFill>
              </a:rPr>
              <a:t>Assess Criticality</a:t>
            </a:r>
          </a:p>
        </p:txBody>
      </p:sp>
      <p:sp>
        <p:nvSpPr>
          <p:cNvPr id="36" name="Text"/>
          <p:cNvSpPr txBox="1"/>
          <p:nvPr/>
        </p:nvSpPr>
        <p:spPr>
          <a:xfrm>
            <a:off x="3584448" y="3154680"/>
            <a:ext cx="2240280" cy="1097280"/>
          </a:xfrm>
          <a:prstGeom prst="rect">
            <a:avLst/>
          </a:prstGeom>
          <a:noFill/>
        </p:spPr>
        <p:txBody>
          <a:bodyPr wrap="square" lIns="0" rIns="0" tIns="0" bIns="0" anchor="t">
            <a:spAutoFit/>
          </a:bodyPr>
          <a:lstStyle/>
          <a:p>
            <a:pPr marL="0" indent="0">
              <a:buNone/>
            </a:pPr>
            <a:r>
              <a:rPr sz="1300" b="0">
                <a:solidFill>
                  <a:schemeClr val="tx1"/>
                </a:solidFill>
              </a:rPr>
              <a:t>BDL weighs how critical each use case is to the business.</a:t>
            </a:r>
          </a:p>
        </p:txBody>
      </p:sp>
      <p:sp>
        <p:nvSpPr>
          <p:cNvPr id="37" name="Eyebrow"/>
          <p:cNvSpPr txBox="1"/>
          <p:nvPr/>
        </p:nvSpPr>
        <p:spPr>
          <a:xfrm>
            <a:off x="3584448" y="4343400"/>
            <a:ext cx="2194560" cy="237744"/>
          </a:xfrm>
          <a:prstGeom prst="rect">
            <a:avLst/>
          </a:prstGeom>
          <a:noFill/>
        </p:spPr>
        <p:txBody>
          <a:bodyPr wrap="square" lIns="0" rIns="0" tIns="0" bIns="0" anchor="t">
            <a:spAutoFit/>
          </a:bodyPr>
          <a:lstStyle/>
          <a:p>
            <a:pPr marL="0" indent="0">
              <a:buNone/>
            </a:pPr>
            <a:r>
              <a:rPr sz="1100" b="1" spc="100">
                <a:solidFill>
                  <a:schemeClr val="tx2"/>
                </a:solidFill>
              </a:rPr>
              <a:t>WHO</a:t>
            </a:r>
          </a:p>
        </p:txBody>
      </p:sp>
      <p:sp>
        <p:nvSpPr>
          <p:cNvPr id="38" name="Text"/>
          <p:cNvSpPr txBox="1"/>
          <p:nvPr/>
        </p:nvSpPr>
        <p:spPr>
          <a:xfrm>
            <a:off x="3584448" y="4572000"/>
            <a:ext cx="2240280" cy="274320"/>
          </a:xfrm>
          <a:prstGeom prst="rect">
            <a:avLst/>
          </a:prstGeom>
          <a:noFill/>
        </p:spPr>
        <p:txBody>
          <a:bodyPr wrap="square" lIns="0" rIns="0" tIns="0" bIns="0" anchor="t">
            <a:spAutoFit/>
          </a:bodyPr>
          <a:lstStyle/>
          <a:p>
            <a:pPr marL="0" indent="0">
              <a:buNone/>
            </a:pPr>
            <a:r>
              <a:rPr sz="1300" b="1">
                <a:solidFill>
                  <a:schemeClr val="accent1"/>
                </a:solidFill>
              </a:rPr>
              <a:t>BDL</a:t>
            </a:r>
          </a:p>
        </p:txBody>
      </p:sp>
      <p:sp>
        <p:nvSpPr>
          <p:cNvPr id="39" name="Number"/>
          <p:cNvSpPr/>
          <p:nvPr/>
        </p:nvSpPr>
        <p:spPr>
          <a:xfrm>
            <a:off x="7296912" y="160020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3</a:t>
            </a:r>
          </a:p>
        </p:txBody>
      </p:sp>
      <p:sp>
        <p:nvSpPr>
          <p:cNvPr id="40" name="Card"/>
          <p:cNvSpPr/>
          <p:nvPr/>
        </p:nvSpPr>
        <p:spPr>
          <a:xfrm>
            <a:off x="6217920" y="2286000"/>
            <a:ext cx="2633472"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p:cNvSpPr txBox="1"/>
          <p:nvPr/>
        </p:nvSpPr>
        <p:spPr>
          <a:xfrm>
            <a:off x="6419088" y="2450592"/>
            <a:ext cx="2240280" cy="640080"/>
          </a:xfrm>
          <a:prstGeom prst="rect">
            <a:avLst/>
          </a:prstGeom>
          <a:noFill/>
        </p:spPr>
        <p:txBody>
          <a:bodyPr wrap="square" lIns="0" rIns="0" tIns="0" bIns="0" anchor="t">
            <a:spAutoFit/>
          </a:bodyPr>
          <a:lstStyle/>
          <a:p>
            <a:pPr marL="0" indent="0">
              <a:buNone/>
            </a:pPr>
            <a:r>
              <a:rPr sz="1500" b="1">
                <a:solidFill>
                  <a:schemeClr val="tx1"/>
                </a:solidFill>
              </a:rPr>
              <a:t>Map Dependencies &amp; Controls</a:t>
            </a:r>
          </a:p>
        </p:txBody>
      </p:sp>
      <p:sp>
        <p:nvSpPr>
          <p:cNvPr id="42" name="Text"/>
          <p:cNvSpPr txBox="1"/>
          <p:nvPr/>
        </p:nvSpPr>
        <p:spPr>
          <a:xfrm>
            <a:off x="6419088" y="3154680"/>
            <a:ext cx="2240280" cy="1097280"/>
          </a:xfrm>
          <a:prstGeom prst="rect">
            <a:avLst/>
          </a:prstGeom>
          <a:noFill/>
        </p:spPr>
        <p:txBody>
          <a:bodyPr wrap="square" lIns="0" rIns="0" tIns="0" bIns="0" anchor="t">
            <a:spAutoFit/>
          </a:bodyPr>
          <a:lstStyle/>
          <a:p>
            <a:pPr marL="0" indent="0">
              <a:buNone/>
            </a:pPr>
            <a:r>
              <a:rPr sz="1300" b="0">
                <a:solidFill>
                  <a:schemeClr val="tx1"/>
                </a:solidFill>
              </a:rPr>
              <a:t>Regulatory reports, models, and controls that can support the move.</a:t>
            </a:r>
          </a:p>
        </p:txBody>
      </p:sp>
      <p:sp>
        <p:nvSpPr>
          <p:cNvPr id="43" name="Eyebrow"/>
          <p:cNvSpPr txBox="1"/>
          <p:nvPr/>
        </p:nvSpPr>
        <p:spPr>
          <a:xfrm>
            <a:off x="6419088" y="4343400"/>
            <a:ext cx="2194560" cy="237744"/>
          </a:xfrm>
          <a:prstGeom prst="rect">
            <a:avLst/>
          </a:prstGeom>
          <a:noFill/>
        </p:spPr>
        <p:txBody>
          <a:bodyPr wrap="square" lIns="0" rIns="0" tIns="0" bIns="0" anchor="t">
            <a:spAutoFit/>
          </a:bodyPr>
          <a:lstStyle/>
          <a:p>
            <a:pPr marL="0" indent="0">
              <a:buNone/>
            </a:pPr>
            <a:r>
              <a:rPr sz="1100" b="1" spc="100">
                <a:solidFill>
                  <a:schemeClr val="tx2"/>
                </a:solidFill>
              </a:rPr>
              <a:t>WHO</a:t>
            </a:r>
          </a:p>
        </p:txBody>
      </p:sp>
      <p:sp>
        <p:nvSpPr>
          <p:cNvPr id="44" name="Text"/>
          <p:cNvSpPr txBox="1"/>
          <p:nvPr/>
        </p:nvSpPr>
        <p:spPr>
          <a:xfrm>
            <a:off x="6419088" y="4572000"/>
            <a:ext cx="2240280" cy="274320"/>
          </a:xfrm>
          <a:prstGeom prst="rect">
            <a:avLst/>
          </a:prstGeom>
          <a:noFill/>
        </p:spPr>
        <p:txBody>
          <a:bodyPr wrap="square" lIns="0" rIns="0" tIns="0" bIns="0" anchor="t">
            <a:spAutoFit/>
          </a:bodyPr>
          <a:lstStyle/>
          <a:p>
            <a:pPr marL="0" indent="0">
              <a:buNone/>
            </a:pPr>
            <a:r>
              <a:rPr sz="1300" b="1">
                <a:solidFill>
                  <a:schemeClr val="accent1"/>
                </a:solidFill>
              </a:rPr>
              <a:t>BDL</a:t>
            </a:r>
          </a:p>
        </p:txBody>
      </p:sp>
      <p:sp>
        <p:nvSpPr>
          <p:cNvPr id="45" name="Number"/>
          <p:cNvSpPr/>
          <p:nvPr/>
        </p:nvSpPr>
        <p:spPr>
          <a:xfrm>
            <a:off x="10131552" y="1600200"/>
            <a:ext cx="457200" cy="457200"/>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600" b="1">
                <a:solidFill>
                  <a:schemeClr val="bg1"/>
                </a:solidFill>
              </a:rPr>
              <a:t>4</a:t>
            </a:r>
          </a:p>
        </p:txBody>
      </p:sp>
      <p:sp>
        <p:nvSpPr>
          <p:cNvPr id="46" name="Card"/>
          <p:cNvSpPr/>
          <p:nvPr/>
        </p:nvSpPr>
        <p:spPr>
          <a:xfrm>
            <a:off x="9052560" y="2286000"/>
            <a:ext cx="2633472" cy="265176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p:cNvSpPr txBox="1"/>
          <p:nvPr/>
        </p:nvSpPr>
        <p:spPr>
          <a:xfrm>
            <a:off x="9253728" y="2450592"/>
            <a:ext cx="2240280" cy="640080"/>
          </a:xfrm>
          <a:prstGeom prst="rect">
            <a:avLst/>
          </a:prstGeom>
          <a:noFill/>
        </p:spPr>
        <p:txBody>
          <a:bodyPr wrap="square" lIns="0" rIns="0" tIns="0" bIns="0" anchor="t">
            <a:spAutoFit/>
          </a:bodyPr>
          <a:lstStyle/>
          <a:p>
            <a:pPr marL="0" indent="0">
              <a:buNone/>
            </a:pPr>
            <a:r>
              <a:rPr sz="1500" b="1">
                <a:solidFill>
                  <a:schemeClr val="tx1"/>
                </a:solidFill>
              </a:rPr>
              <a:t>Confirm or Build the Exit Path</a:t>
            </a:r>
          </a:p>
        </p:txBody>
      </p:sp>
      <p:sp>
        <p:nvSpPr>
          <p:cNvPr id="48" name="Text"/>
          <p:cNvSpPr txBox="1"/>
          <p:nvPr/>
        </p:nvSpPr>
        <p:spPr>
          <a:xfrm>
            <a:off x="9253728" y="3154680"/>
            <a:ext cx="2240280" cy="1097280"/>
          </a:xfrm>
          <a:prstGeom prst="rect">
            <a:avLst/>
          </a:prstGeom>
          <a:noFill/>
        </p:spPr>
        <p:txBody>
          <a:bodyPr wrap="square" lIns="0" rIns="0" tIns="0" bIns="0" anchor="t">
            <a:spAutoFit/>
          </a:bodyPr>
          <a:lstStyle/>
          <a:p>
            <a:pPr marL="0" indent="0">
              <a:buNone/>
            </a:pPr>
            <a:r>
              <a:rPr sz="1300" b="0">
                <a:solidFill>
                  <a:schemeClr val="tx1"/>
                </a:solidFill>
              </a:rPr>
              <a:t>Validate existing plans and target dates; help create one where none exists.</a:t>
            </a:r>
          </a:p>
        </p:txBody>
      </p:sp>
      <p:sp>
        <p:nvSpPr>
          <p:cNvPr id="49" name="Eyebrow"/>
          <p:cNvSpPr txBox="1"/>
          <p:nvPr/>
        </p:nvSpPr>
        <p:spPr>
          <a:xfrm>
            <a:off x="9253728" y="4343400"/>
            <a:ext cx="2194560" cy="237744"/>
          </a:xfrm>
          <a:prstGeom prst="rect">
            <a:avLst/>
          </a:prstGeom>
          <a:noFill/>
        </p:spPr>
        <p:txBody>
          <a:bodyPr wrap="square" lIns="0" rIns="0" tIns="0" bIns="0" anchor="t">
            <a:spAutoFit/>
          </a:bodyPr>
          <a:lstStyle/>
          <a:p>
            <a:pPr marL="0" indent="0">
              <a:buNone/>
            </a:pPr>
            <a:r>
              <a:rPr sz="1100" b="1" spc="100">
                <a:solidFill>
                  <a:schemeClr val="tx2"/>
                </a:solidFill>
              </a:rPr>
              <a:t>WHO</a:t>
            </a:r>
          </a:p>
        </p:txBody>
      </p:sp>
      <p:sp>
        <p:nvSpPr>
          <p:cNvPr id="50" name="Text"/>
          <p:cNvSpPr txBox="1"/>
          <p:nvPr/>
        </p:nvSpPr>
        <p:spPr>
          <a:xfrm>
            <a:off x="9253728" y="4572000"/>
            <a:ext cx="2240280" cy="274320"/>
          </a:xfrm>
          <a:prstGeom prst="rect">
            <a:avLst/>
          </a:prstGeom>
          <a:noFill/>
        </p:spPr>
        <p:txBody>
          <a:bodyPr wrap="square" lIns="0" rIns="0" tIns="0" bIns="0" anchor="t">
            <a:spAutoFit/>
          </a:bodyPr>
          <a:lstStyle/>
          <a:p>
            <a:pPr marL="0" indent="0">
              <a:buNone/>
            </a:pPr>
            <a:r>
              <a:rPr sz="1300" b="1">
                <a:solidFill>
                  <a:schemeClr val="accent3"/>
                </a:solidFill>
              </a:rPr>
              <a:t>BDL with you</a:t>
            </a:r>
          </a:p>
        </p:txBody>
      </p:sp>
      <p:sp>
        <p:nvSpPr>
          <p:cNvPr id="51" name="Card"/>
          <p:cNvSpPr/>
          <p:nvPr/>
        </p:nvSpPr>
        <p:spPr>
          <a:xfrm>
            <a:off x="548640" y="5166360"/>
            <a:ext cx="11091672" cy="822960"/>
          </a:xfrm>
          <a:prstGeom prst="roundRect">
            <a:avLst>
              <a:gd name="adj" fmla="val 8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p:cNvSpPr txBox="1"/>
          <p:nvPr/>
        </p:nvSpPr>
        <p:spPr>
          <a:xfrm>
            <a:off x="777240" y="5166360"/>
            <a:ext cx="10607040" cy="822960"/>
          </a:xfrm>
          <a:prstGeom prst="rect">
            <a:avLst/>
          </a:prstGeom>
          <a:noFill/>
        </p:spPr>
        <p:txBody>
          <a:bodyPr wrap="square" lIns="0" rIns="0" tIns="0" bIns="0" anchor="ctr">
            <a:spAutoFit/>
          </a:bodyPr>
          <a:lstStyle/>
          <a:p>
            <a:pPr marL="0" indent="0">
              <a:buNone/>
            </a:pPr>
            <a:r>
              <a:rPr sz="1500" b="1">
                <a:solidFill>
                  <a:schemeClr val="accent3"/>
                </a:solidFill>
              </a:rPr>
              <a:t>In parallel: </a:t>
            </a:r>
            <a:r>
              <a:rPr sz="1500" b="0">
                <a:solidFill>
                  <a:schemeClr val="bg1"/>
                </a:solidFill>
              </a:rPr>
              <a:t>Priority 1 continues. BDL is confirming the de-allocation and billing impact of the bulk removal.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What the SharePoint Survey Will Ask</a:t>
            </a:r>
          </a:p>
        </p:txBody>
      </p:sp>
      <p:sp>
        <p:nvSpPr>
          <p:cNvPr id="3" name="Section tag"/>
          <p:cNvSpPr/>
          <p:nvPr/>
        </p:nvSpPr>
        <p:spPr>
          <a:xfrm>
            <a:off x="548640" y="274320"/>
            <a:ext cx="2053742" cy="274320"/>
          </a:xfrm>
          <a:prstGeom prst="roundRect">
            <a:avLst>
              <a:gd name="adj"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NEXT STEP · THE SURVEY</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graphicFrame>
        <p:nvGraphicFramePr>
          <p:cNvPr id="26" name="Table 25"/>
          <p:cNvGraphicFramePr>
            <a:graphicFrameLocks noGrp="1"/>
          </p:cNvGraphicFramePr>
          <p:nvPr/>
        </p:nvGraphicFramePr>
        <p:xfrm>
          <a:off x="548640" y="1600200"/>
          <a:ext cx="7360920" cy="3950208"/>
        </p:xfrm>
        <a:graphic>
          <a:graphicData uri="http://schemas.openxmlformats.org/drawingml/2006/table">
            <a:tbl>
              <a:tblPr/>
              <a:tblGrid>
                <a:gridCol w="2926080"/>
                <a:gridCol w="4434840"/>
              </a:tblGrid>
              <a:tr h="658368">
                <a:tc>
                  <a:txBody>
                    <a:bodyPr wrap="square"/>
                    <a:lstStyle/>
                    <a:p>
                      <a:r>
                        <a:rPr sz="1200" b="1">
                          <a:solidFill>
                            <a:schemeClr val="bg1"/>
                          </a:solidFill>
                        </a:rPr>
                        <a:t>Survey field</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c>
                  <a:txBody>
                    <a:bodyPr wrap="square"/>
                    <a:lstStyle/>
                    <a:p>
                      <a:r>
                        <a:rPr sz="1200" b="1">
                          <a:solidFill>
                            <a:schemeClr val="bg1"/>
                          </a:solidFill>
                        </a:rPr>
                        <a:t>What it captures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r>
              <a:tr h="658368">
                <a:tc>
                  <a:txBody>
                    <a:bodyPr wrap="square"/>
                    <a:lstStyle/>
                    <a:p>
                      <a:r>
                        <a:rPr sz="1300" b="1">
                          <a:solidFill>
                            <a:schemeClr val="tx1"/>
                          </a:solidFill>
                        </a:rPr>
                        <a:t>Use case dependencies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300" b="0">
                          <a:solidFill>
                            <a:schemeClr val="tx1"/>
                          </a:solidFill>
                        </a:rPr>
                        <a:t>Models, regulatory reports, and other uses that consume data from the workspace</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658368">
                <a:tc>
                  <a:txBody>
                    <a:bodyPr wrap="square"/>
                    <a:lstStyle/>
                    <a:p>
                      <a:r>
                        <a:rPr sz="1300" b="1">
                          <a:solidFill>
                            <a:schemeClr val="tx1"/>
                          </a:solidFill>
                        </a:rPr>
                        <a:t>Why the use case needs the workspace</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300" b="0">
                          <a:solidFill>
                            <a:schemeClr val="tx1"/>
                          </a:solidFill>
                        </a:rPr>
                        <a:t>A simple description</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658368">
                <a:tc>
                  <a:txBody>
                    <a:bodyPr wrap="square"/>
                    <a:lstStyle/>
                    <a:p>
                      <a:r>
                        <a:rPr sz="1300" b="1">
                          <a:solidFill>
                            <a:schemeClr val="tx1"/>
                          </a:solidFill>
                        </a:rPr>
                        <a:t>Number of users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300" b="0">
                          <a:solidFill>
                            <a:schemeClr val="tx1"/>
                          </a:solidFill>
                        </a:rPr>
                        <a:t>Who actually consumes data from the workspace</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658368">
                <a:tc>
                  <a:txBody>
                    <a:bodyPr wrap="square"/>
                    <a:lstStyle/>
                    <a:p>
                      <a:r>
                        <a:rPr sz="1300" b="1">
                          <a:solidFill>
                            <a:schemeClr val="tx1"/>
                          </a:solidFill>
                        </a:rPr>
                        <a:t>Exit strategy</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300" b="0">
                          <a:solidFill>
                            <a:schemeClr val="tx1"/>
                          </a:solidFill>
                        </a:rPr>
                        <a:t>Whether a plan exists, and if so the plan and target date</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658368">
                <a:tc>
                  <a:txBody>
                    <a:bodyPr wrap="square"/>
                    <a:lstStyle/>
                    <a:p>
                      <a:r>
                        <a:rPr sz="1300" b="1">
                          <a:solidFill>
                            <a:schemeClr val="tx1"/>
                          </a:solidFill>
                        </a:rPr>
                        <a:t>Additional contacts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300" b="0">
                          <a:solidFill>
                            <a:schemeClr val="tx1"/>
                          </a:solidFill>
                        </a:rPr>
                        <a:t>Anyone else we should talk to, if needed</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bl>
          </a:graphicData>
        </a:graphic>
      </p:graphicFrame>
      <p:sp>
        <p:nvSpPr>
          <p:cNvPr id="27" name="Card"/>
          <p:cNvSpPr/>
          <p:nvPr/>
        </p:nvSpPr>
        <p:spPr>
          <a:xfrm>
            <a:off x="8138160" y="1600200"/>
            <a:ext cx="3502152" cy="2148840"/>
          </a:xfrm>
          <a:prstGeom prst="roundRect">
            <a:avLst>
              <a:gd name="adj" fmla="val 8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p:cNvSpPr txBox="1"/>
          <p:nvPr/>
        </p:nvSpPr>
        <p:spPr>
          <a:xfrm>
            <a:off x="8339327" y="1783080"/>
            <a:ext cx="3108960" cy="1828800"/>
          </a:xfrm>
          <a:prstGeom prst="rect">
            <a:avLst/>
          </a:prstGeom>
          <a:noFill/>
        </p:spPr>
        <p:txBody>
          <a:bodyPr wrap="square" lIns="0" rIns="0" tIns="0" bIns="0" anchor="t">
            <a:spAutoFit/>
          </a:bodyPr>
          <a:lstStyle/>
          <a:p>
            <a:pPr marL="0" indent="0">
              <a:buNone/>
            </a:pPr>
            <a:r>
              <a:rPr sz="1100" b="1" spc="100">
                <a:solidFill>
                  <a:schemeClr val="bg2"/>
                </a:solidFill>
              </a:rPr>
              <a:t>HOW IT RUNS</a:t>
            </a:r>
          </a:p>
          <a:p>
            <a:pPr marL="0" indent="0">
              <a:buNone/>
            </a:pPr>
            <a:r>
              <a:rPr sz="1700" b="1">
                <a:solidFill>
                  <a:schemeClr val="bg1"/>
                </a:solidFill>
              </a:rPr>
              <a:t>One Survey per Owner</a:t>
            </a:r>
          </a:p>
          <a:p>
            <a:pPr marL="0" indent="0">
              <a:buNone/>
            </a:pPr>
            <a:r>
              <a:rPr sz="1300" b="0">
                <a:solidFill>
                  <a:schemeClr val="bg1"/>
                </a:solidFill>
              </a:rPr>
              <a:t>Sent through SharePoint by BDL (Kelly, Jake, Vic) to each workspace owner on this call.</a:t>
            </a:r>
          </a:p>
        </p:txBody>
      </p:sp>
      <p:sp>
        <p:nvSpPr>
          <p:cNvPr id="29" name="Card"/>
          <p:cNvSpPr/>
          <p:nvPr/>
        </p:nvSpPr>
        <p:spPr>
          <a:xfrm>
            <a:off x="8138160" y="3886200"/>
            <a:ext cx="3502152" cy="1892807"/>
          </a:xfrm>
          <a:prstGeom prst="roundRect">
            <a:avLst>
              <a:gd name="adj" fmla="val 8000"/>
            </a:avLst>
          </a:prstGeom>
          <a:solidFill>
            <a:schemeClr val="accent3">
              <a:lumMod val="18000"/>
              <a:lumOff val="82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p:cNvSpPr txBox="1"/>
          <p:nvPr/>
        </p:nvSpPr>
        <p:spPr>
          <a:xfrm>
            <a:off x="8339327" y="4041648"/>
            <a:ext cx="3108960" cy="1645920"/>
          </a:xfrm>
          <a:prstGeom prst="rect">
            <a:avLst/>
          </a:prstGeom>
          <a:noFill/>
        </p:spPr>
        <p:txBody>
          <a:bodyPr wrap="square" lIns="0" rIns="0" tIns="0" bIns="0" anchor="t">
            <a:spAutoFit/>
          </a:bodyPr>
          <a:lstStyle/>
          <a:p>
            <a:pPr marL="0" indent="0">
              <a:buNone/>
            </a:pPr>
            <a:r>
              <a:rPr sz="1100" b="1" spc="100">
                <a:solidFill>
                  <a:schemeClr val="accent3"/>
                </a:solidFill>
              </a:rPr>
              <a:t>NO EXIT PLAN YET?</a:t>
            </a:r>
          </a:p>
          <a:p>
            <a:pPr marL="0" indent="0">
              <a:buNone/>
            </a:pPr>
            <a:r>
              <a:rPr sz="1500" b="1">
                <a:solidFill>
                  <a:schemeClr val="tx1"/>
                </a:solidFill>
              </a:rPr>
              <a:t>Just Say So</a:t>
            </a:r>
          </a:p>
          <a:p>
            <a:pPr marL="0" indent="0">
              <a:buNone/>
            </a:pPr>
            <a:r>
              <a:rPr sz="1300" b="0">
                <a:solidFill>
                  <a:schemeClr val="tx1"/>
                </a:solidFill>
              </a:rPr>
              <a:t>That tells us where to help first. BDL will work with you to build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0"/>
          </p:nvPr>
        </p:nvSpPr>
        <p:spPr/>
        <p:txBody>
          <a:bodyPr/>
          <a:lstStyle/>
          <a:p>
            <a:r>
              <a:t>Next Steps</a:t>
            </a:r>
          </a:p>
        </p:txBody>
      </p:sp>
      <p:sp>
        <p:nvSpPr>
          <p:cNvPr id="3" name="Section tag"/>
          <p:cNvSpPr/>
          <p:nvPr/>
        </p:nvSpPr>
        <p:spPr>
          <a:xfrm>
            <a:off x="548640" y="274320"/>
            <a:ext cx="1143000" cy="274320"/>
          </a:xfrm>
          <a:prstGeom prst="roundRect">
            <a:avLst>
              <a:gd name="adj" fmla="val 50000"/>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marL="0" indent="0">
              <a:buNone/>
            </a:pPr>
            <a:r>
              <a:rPr sz="1000" b="1" spc="150">
                <a:solidFill>
                  <a:schemeClr val="bg1"/>
                </a:solidFill>
              </a:rPr>
              <a:t>NEXT STEPS</a:t>
            </a:r>
          </a:p>
        </p:txBody>
      </p:sp>
      <p:sp>
        <p:nvSpPr>
          <p:cNvPr id="25" name="Slide Number Placeholder 0"/>
          <p:cNvSpPr>
            <a:spLocks noGrp="1"/>
          </p:cNvSpPr>
          <p:nvPr>
            <p:ph type="sldNum" sz="quarter" idx="4294967295"/>
          </p:nvPr>
        </p:nvSpPr>
        <p:spPr>
          <a:xfrm>
            <a:off x="11091672" y="6419088"/>
            <a:ext cx="548640" cy="256032"/>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tx2"/>
                </a:solidFill>
              </a:defRPr>
            </a:lvl1pPr>
          </a:lstStyle>
          <a:p>
            <a:pPr algn="r"/>
            <a:fld id="{F7021451-1387-4CA6-816F-3879F97B5CBC}" type="slidenum">
              <a:rPr lang="en-US" b="0"/>
              <a:t>‹#›</a:t>
            </a:fld>
            <a:endParaRPr lang="en-US"/>
          </a:p>
        </p:txBody>
      </p:sp>
      <p:graphicFrame>
        <p:nvGraphicFramePr>
          <p:cNvPr id="26" name="Table 25"/>
          <p:cNvGraphicFramePr>
            <a:graphicFrameLocks noGrp="1"/>
          </p:cNvGraphicFramePr>
          <p:nvPr/>
        </p:nvGraphicFramePr>
        <p:xfrm>
          <a:off x="548640" y="1600200"/>
          <a:ext cx="11091672" cy="3200400"/>
        </p:xfrm>
        <a:graphic>
          <a:graphicData uri="http://schemas.openxmlformats.org/drawingml/2006/table">
            <a:tbl>
              <a:tblPr/>
              <a:tblGrid>
                <a:gridCol w="6035040"/>
                <a:gridCol w="2377440"/>
                <a:gridCol w="2679192"/>
              </a:tblGrid>
              <a:tr h="457200">
                <a:tc>
                  <a:txBody>
                    <a:bodyPr wrap="square"/>
                    <a:lstStyle/>
                    <a:p>
                      <a:r>
                        <a:rPr sz="1200" b="1">
                          <a:solidFill>
                            <a:schemeClr val="bg1"/>
                          </a:solidFill>
                        </a:rPr>
                        <a:t>Action</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c>
                  <a:txBody>
                    <a:bodyPr wrap="square"/>
                    <a:lstStyle/>
                    <a:p>
                      <a:r>
                        <a:rPr sz="1200" b="1">
                          <a:solidFill>
                            <a:schemeClr val="bg1"/>
                          </a:solidFill>
                        </a:rPr>
                        <a:t>Owner</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c>
                  <a:txBody>
                    <a:bodyPr wrap="square"/>
                    <a:lstStyle/>
                    <a:p>
                      <a:r>
                        <a:rPr sz="1200" b="1">
                          <a:solidFill>
                            <a:schemeClr val="bg1"/>
                          </a:solidFill>
                        </a:rPr>
                        <a:t>When / notes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solidFill>
                      <a:schemeClr val="tx1"/>
                    </a:solidFill>
                  </a:tcPr>
                </a:tc>
              </a:tr>
              <a:tr h="457200">
                <a:tc>
                  <a:txBody>
                    <a:bodyPr wrap="square"/>
                    <a:lstStyle/>
                    <a:p>
                      <a:r>
                        <a:rPr sz="1250" b="0">
                          <a:solidFill>
                            <a:schemeClr val="tx1"/>
                          </a:solidFill>
                        </a:rPr>
                        <a:t>Send the SharePoint survey to each workspace owner</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BDL (Kelly, Jake, Vic)</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After this call</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457200">
                <a:tc>
                  <a:txBody>
                    <a:bodyPr wrap="square"/>
                    <a:lstStyle/>
                    <a:p>
                      <a:r>
                        <a:rPr sz="1250" b="0">
                          <a:solidFill>
                            <a:schemeClr val="tx1"/>
                          </a:solidFill>
                        </a:rPr>
                        <a:t>Complete the survey for your workspace</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Each workspace owner</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Due date to be confirmed</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457200">
                <a:tc>
                  <a:txBody>
                    <a:bodyPr wrap="square"/>
                    <a:lstStyle/>
                    <a:p>
                      <a:r>
                        <a:rPr sz="1250" b="0">
                          <a:solidFill>
                            <a:schemeClr val="tx1"/>
                          </a:solidFill>
                        </a:rPr>
                        <a:t>Confirm de-allocation and billing impact of the bulk removal</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BDL</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In progress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457200">
                <a:tc>
                  <a:txBody>
                    <a:bodyPr wrap="square"/>
                    <a:lstStyle/>
                    <a:p>
                      <a:r>
                        <a:rPr sz="1250" b="0">
                          <a:solidFill>
                            <a:schemeClr val="tx1"/>
                          </a:solidFill>
                        </a:rPr>
                        <a:t>Assess criticality, dependencies, and controls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BDL</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As responses come in</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457200">
                <a:tc>
                  <a:txBody>
                    <a:bodyPr wrap="square"/>
                    <a:lstStyle/>
                    <a:p>
                      <a:r>
                        <a:rPr sz="1250" b="0">
                          <a:solidFill>
                            <a:schemeClr val="tx1"/>
                          </a:solidFill>
                        </a:rPr>
                        <a:t>Confirm existing exit paths and target dates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BDL with owners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After assessment</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r h="457200">
                <a:tc>
                  <a:txBody>
                    <a:bodyPr wrap="square"/>
                    <a:lstStyle/>
                    <a:p>
                      <a:r>
                        <a:rPr sz="1250" b="0">
                          <a:solidFill>
                            <a:schemeClr val="tx1"/>
                          </a:solidFill>
                        </a:rPr>
                        <a:t>Help build exit paths where none exist</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1">
                          <a:solidFill>
                            <a:schemeClr val="tx1"/>
                          </a:solidFill>
                        </a:rPr>
                        <a:t>BDL with owners</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c>
                  <a:txBody>
                    <a:bodyPr wrap="square"/>
                    <a:lstStyle/>
                    <a:p>
                      <a:r>
                        <a:rPr sz="1250" b="0">
                          <a:solidFill>
                            <a:schemeClr val="tx1"/>
                          </a:solidFill>
                        </a:rPr>
                        <a:t>After assessment</a:t>
                      </a:r>
                    </a:p>
                  </a:txBody>
                  <a:tcPr marT="45720" marB="45720" anchor="ctr">
                    <a:lnL w="9525" cap="flat" cmpd="sng" algn="ctr">
                      <a:solidFill>
                        <a:srgbClr val="C9D0D8"/>
                      </a:solidFill>
                      <a:prstDash val="solid"/>
                    </a:lnL>
                    <a:lnR w="9525" cap="flat" cmpd="sng" algn="ctr">
                      <a:solidFill>
                        <a:srgbClr val="C9D0D8"/>
                      </a:solidFill>
                      <a:prstDash val="solid"/>
                    </a:lnR>
                    <a:lnT w="9525" cap="flat" cmpd="sng" algn="ctr">
                      <a:solidFill>
                        <a:srgbClr val="C9D0D8"/>
                      </a:solidFill>
                      <a:prstDash val="solid"/>
                    </a:lnT>
                    <a:lnB w="9525" cap="flat" cmpd="sng" algn="ctr">
                      <a:solidFill>
                        <a:srgbClr val="C9D0D8"/>
                      </a:solidFill>
                      <a:prstDash val="solid"/>
                    </a:lnB>
                  </a:tcPr>
                </a:tc>
              </a:tr>
            </a:tbl>
          </a:graphicData>
        </a:graphic>
      </p:graphicFrame>
      <p:sp>
        <p:nvSpPr>
          <p:cNvPr id="27" name="Card"/>
          <p:cNvSpPr/>
          <p:nvPr/>
        </p:nvSpPr>
        <p:spPr>
          <a:xfrm>
            <a:off x="548640" y="5074920"/>
            <a:ext cx="11091672" cy="777240"/>
          </a:xfrm>
          <a:prstGeom prst="roundRect">
            <a:avLst>
              <a:gd name="adj" fmla="val 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p:cNvSpPr txBox="1"/>
          <p:nvPr/>
        </p:nvSpPr>
        <p:spPr>
          <a:xfrm>
            <a:off x="777240" y="5074920"/>
            <a:ext cx="10607040" cy="777240"/>
          </a:xfrm>
          <a:prstGeom prst="rect">
            <a:avLst/>
          </a:prstGeom>
          <a:noFill/>
        </p:spPr>
        <p:txBody>
          <a:bodyPr wrap="square" lIns="0" rIns="0" tIns="0" bIns="0" anchor="ctr">
            <a:spAutoFit/>
          </a:bodyPr>
          <a:lstStyle/>
          <a:p>
            <a:pPr marL="0" indent="0">
              <a:buNone/>
            </a:pPr>
            <a:r>
              <a:rPr sz="1400" b="1" spc="100">
                <a:solidFill>
                  <a:schemeClr val="accent1"/>
                </a:solidFill>
              </a:rPr>
              <a:t>QUESTIONS? </a:t>
            </a:r>
            <a:r>
              <a:rPr sz="1400" b="0">
                <a:solidFill>
                  <a:schemeClr val="tx1"/>
                </a:solidFill>
              </a:rPr>
              <a:t>Reach out to the BDL team: Kelly, Jake, or Vic.</a:t>
            </a:r>
          </a:p>
        </p:txBody>
      </p:sp>
    </p:spTree>
  </p:cSld>
  <p:clrMapOvr>
    <a:masterClrMapping/>
  </p:clrMapOvr>
</p:sld>
</file>

<file path=ppt/theme/theme1.xml><?xml version="1.0" encoding="utf-8"?>
<a:theme xmlns:a="http://schemas.openxmlformats.org/drawingml/2006/main" name="Risk Data Sourcing">
  <a:themeElements>
    <a:clrScheme name="Risk Data Sourcing">
      <a:dk1>
        <a:srgbClr val="1B2631"/>
      </a:dk1>
      <a:lt1>
        <a:srgbClr val="FFFFFF"/>
      </a:lt1>
      <a:dk2>
        <a:srgbClr val="5A6472"/>
      </a:dk2>
      <a:lt2>
        <a:srgbClr val="F4F6F8"/>
      </a:lt2>
      <a:accent1>
        <a:srgbClr val="1F6F5C"/>
      </a:accent1>
      <a:accent2>
        <a:srgbClr val="2F5D8A"/>
      </a:accent2>
      <a:accent3>
        <a:srgbClr val="A86A12"/>
      </a:accent3>
      <a:accent4>
        <a:srgbClr val="9A3B32"/>
      </a:accent4>
      <a:accent5>
        <a:srgbClr val="2B3F7E"/>
      </a:accent5>
      <a:accent6>
        <a:srgbClr val="5E6670"/>
      </a:accent6>
      <a:hlink>
        <a:srgbClr val="2F5D8A"/>
      </a:hlink>
      <a:folHlink>
        <a:srgbClr val="2B3F7E"/>
      </a:folHlink>
    </a:clrScheme>
    <a:fontScheme name="Risk Data Sourc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268</TotalTime>
  <Words>6031</Words>
  <Application>Microsoft Office PowerPoint</Application>
  <PresentationFormat>Widescreen</PresentationFormat>
  <Paragraphs>659</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Risk Data Sourcing</vt:lpstr>
      <vt:lpstr>Risk Data Sourcing Strategy</vt:lpstr>
      <vt:lpstr>Three Pillars Enable Trusted Risk Data for AI, Reporting &amp; Analytics</vt:lpstr>
      <vt:lpstr>Three Pillars on One Common Data Plane</vt:lpstr>
      <vt:lpstr>Data Readiness First: Enabling Trusted AI and Business Use Cases</vt:lpstr>
      <vt:lpstr>How Each Pillar Works Across the Five Phases</vt:lpstr>
      <vt:lpstr>Pillar 1: Enabling the Data Capabilities and Tools We Need</vt:lpstr>
      <vt:lpstr>Pillar 1: Assess Current Tooling and Define Future Capabilities</vt:lpstr>
      <vt:lpstr>Intake Tool: One Shared Capability Across Three Pillars</vt:lpstr>
      <vt:lpstr>Intake Tool: Workstream Status &amp; Key Milestones</vt:lpstr>
      <vt:lpstr>Pillar 2: Assess, Rationalize &amp; Manage the Data Plane</vt:lpstr>
      <vt:lpstr>Organizing Risk Data on the Plane: ORCAP First</vt:lpstr>
      <vt:lpstr>Data Plane Organization: Workstream Status &amp; Key Milestones</vt:lpstr>
      <vt:lpstr>Pillar 3: From Business Demand to Strategic Data Sourcing</vt:lpstr>
      <vt:lpstr>Define the Business Need, Not Just the Data Elements</vt:lpstr>
      <vt:lpstr>How Pillars 2 and 3 Connect: Aligning Demand to Strategic Sources</vt:lpstr>
      <vt:lpstr>Workstreams: Coordinating New Demand &amp; Existing Sourcing</vt:lpstr>
      <vt:lpstr>ORM AI: Workstream Status &amp; Key Milestones</vt:lpstr>
      <vt:lpstr>Standardized Workstream Tracking - ORM AI Example</vt:lpstr>
      <vt:lpstr>DPC Migration Underpins All Three Pillars</vt:lpstr>
      <vt:lpstr>PowerPoint Presentation</vt:lpstr>
      <vt:lpstr>Next Steps</vt:lpstr>
      <vt:lpstr>Appendix</vt:lpstr>
      <vt:lpstr>eGRC: Learn the Priorities Before We Source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Data Sourcing Strategy</dc:title>
  <dc:subject>Three pillars, the order of work, and how we track it</dc:subject>
  <dc:creator>Jake and Vic</dc:creator>
  <cp:lastModifiedBy>Victor Sanchez</cp:lastModifiedBy>
  <cp:revision>1</cp:revision>
  <dcterms:created xsi:type="dcterms:W3CDTF">2026-10-15T22:14:50Z</dcterms:created>
  <dcterms:modified xsi:type="dcterms:W3CDTF">2026-10-16T02:50:11Z</dcterms:modified>
</cp:coreProperties>
</file>